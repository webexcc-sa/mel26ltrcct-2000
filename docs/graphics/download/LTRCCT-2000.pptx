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237" r:id="rId4"/>
  </p:sldMasterIdLst>
  <p:notesMasterIdLst>
    <p:notesMasterId r:id="rId19"/>
  </p:notesMasterIdLst>
  <p:sldIdLst>
    <p:sldId id="2147482540" r:id="rId5"/>
    <p:sldId id="2147482685" r:id="rId6"/>
    <p:sldId id="2147482691" r:id="rId7"/>
    <p:sldId id="265" r:id="rId8"/>
    <p:sldId id="271" r:id="rId9"/>
    <p:sldId id="256" r:id="rId10"/>
    <p:sldId id="317" r:id="rId11"/>
    <p:sldId id="2147483647" r:id="rId12"/>
    <p:sldId id="257" r:id="rId13"/>
    <p:sldId id="2147483646" r:id="rId14"/>
    <p:sldId id="2147482601" r:id="rId15"/>
    <p:sldId id="2147482688" r:id="rId16"/>
    <p:sldId id="2147482545" r:id="rId17"/>
    <p:sldId id="2147482421" r:id="rId18"/>
  </p:sldIdLst>
  <p:sldSz cx="12192000" cy="6858000"/>
  <p:notesSz cx="6858000" cy="9144000"/>
  <p:embeddedFontLst>
    <p:embeddedFont>
      <p:font typeface="CiscoSansTT" panose="020B0503020201020303" charset="0"/>
      <p:regular r:id="rId20"/>
      <p:bold r:id="rId21"/>
      <p:italic r:id="rId22"/>
      <p:boldItalic r:id="rId23"/>
    </p:embeddedFont>
    <p:embeddedFont>
      <p:font typeface="CiscoSansTT Light" panose="020B0503020201020303" charset="0"/>
      <p:regular r:id="rId24"/>
      <p:italic r:id="rId25"/>
    </p:embeddedFont>
    <p:embeddedFont>
      <p:font typeface="CiscoSansTT Medium" panose="020B0903020201090303" pitchFamily="34" charset="0"/>
      <p:regular r:id="rId26"/>
      <p:bold r:id="rId27"/>
      <p:italic r:id="rId28"/>
      <p:boldItalic r:id="rId29"/>
    </p:embeddedFont>
    <p:embeddedFont>
      <p:font typeface="Inter" panose="02000503000000020004" pitchFamily="2" charset="0"/>
      <p:regular r:id="rId30"/>
      <p:bold r:id="rId31"/>
      <p:italic r:id="rId32"/>
      <p:boldItalic r:id="rId33"/>
    </p:embeddedFont>
    <p:embeddedFont>
      <p:font typeface="Inter Medium" panose="02000603000000020004" pitchFamily="2" charset="0"/>
      <p:regular r:id="rId34"/>
      <p:italic r:id="rId35"/>
    </p:embeddedFont>
    <p:embeddedFont>
      <p:font typeface="Inter SemiBold" panose="02000703000000020004" pitchFamily="2" charset="0"/>
      <p:regular r:id="rId36"/>
      <p:bold r:id="rId37"/>
      <p:italic r:id="rId38"/>
      <p:boldItalic r:id="rId39"/>
    </p:embeddedFont>
    <p:embeddedFont>
      <p:font typeface="Roboto" panose="02000000000000000000" pitchFamily="2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 Slides" id="{6B5BE202-19CA-474B-817E-1B720625FA32}">
          <p14:sldIdLst>
            <p14:sldId id="2147482540"/>
            <p14:sldId id="2147482685"/>
            <p14:sldId id="2147482691"/>
          </p14:sldIdLst>
        </p14:section>
        <p14:section name="Segues &amp; Sections" id="{2B563D00-2FBF-435C-B50A-EEB47C8F3C18}">
          <p14:sldIdLst>
            <p14:sldId id="265"/>
            <p14:sldId id="271"/>
            <p14:sldId id="256"/>
            <p14:sldId id="317"/>
            <p14:sldId id="2147483647"/>
            <p14:sldId id="257"/>
            <p14:sldId id="2147483646"/>
          </p14:sldIdLst>
        </p14:section>
        <p14:section name="Image Layouts" id="{4B93AD70-97D8-4168-BC8C-1DC7738C5912}">
          <p14:sldIdLst/>
        </p14:section>
        <p14:section name="Standard Layouts" id="{215EA447-BC49-414D-B95B-07E9CEBA94EC}">
          <p14:sldIdLst/>
        </p14:section>
        <p14:section name="Section Layouts" id="{8DC34D38-B060-4125-8324-A3F11FD5E484}">
          <p14:sldIdLst/>
        </p14:section>
        <p14:section name="Charts and Tables" id="{E24F7968-37D8-415F-B9BA-53D0F9C78D5F}">
          <p14:sldIdLst/>
        </p14:section>
        <p14:section name="Closing" id="{B139BF10-315B-4780-A8A1-1F17D5CB2565}">
          <p14:sldIdLst>
            <p14:sldId id="2147482601"/>
            <p14:sldId id="2147482688"/>
            <p14:sldId id="2147482545"/>
            <p14:sldId id="2147482421"/>
          </p14:sldIdLst>
        </p14:section>
        <p14:section name="Template usage guidance" id="{37AD149D-033E-40D4-B180-BE50CC3902E9}">
          <p14:sldIdLst/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F26B43"/>
          </p15:clr>
        </p15:guide>
        <p15:guide id="3" orient="horz" pos="2160" userDrawn="1">
          <p15:clr>
            <a:srgbClr val="F26B43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DE2"/>
    <a:srgbClr val="7F7F7F"/>
    <a:srgbClr val="EB4651"/>
    <a:srgbClr val="000000"/>
    <a:srgbClr val="07182D"/>
    <a:srgbClr val="45991F"/>
    <a:srgbClr val="16BDEB"/>
    <a:srgbClr val="6A7481"/>
    <a:srgbClr val="525E6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43" autoAdjust="0"/>
    <p:restoredTop sz="96240" autoAdjust="0"/>
  </p:normalViewPr>
  <p:slideViewPr>
    <p:cSldViewPr snapToGrid="0">
      <p:cViewPr varScale="1">
        <p:scale>
          <a:sx n="134" d="100"/>
          <a:sy n="134" d="100"/>
        </p:scale>
        <p:origin x="192" y="608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2784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7.fntdata"/><Relationship Id="rId39" Type="http://schemas.openxmlformats.org/officeDocument/2006/relationships/font" Target="fonts/font20.fntdata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font" Target="fonts/font23.fntdata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0.fntdata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font" Target="fonts/font21.fntdata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49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font" Target="fonts/font24.fntdata"/><Relationship Id="rId48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46" Type="http://schemas.openxmlformats.org/officeDocument/2006/relationships/theme" Target="theme/theme1.xml"/><Relationship Id="rId20" Type="http://schemas.openxmlformats.org/officeDocument/2006/relationships/font" Target="fonts/font1.fntdata"/><Relationship Id="rId41" Type="http://schemas.openxmlformats.org/officeDocument/2006/relationships/font" Target="fonts/font2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minic Franklin Gonsalves (domgonsa)" userId="a8b517bc-8a83-4bc1-bd8b-9971fd0116be" providerId="ADAL" clId="{5EE9145D-1DA1-525F-A231-E528B3531B1F}"/>
    <pc:docChg chg="undo custSel addSld delSld modSld modMainMaster delSection modSection">
      <pc:chgData name="Dominic Franklin Gonsalves (domgonsa)" userId="a8b517bc-8a83-4bc1-bd8b-9971fd0116be" providerId="ADAL" clId="{5EE9145D-1DA1-525F-A231-E528B3531B1F}" dt="2026-10-30T02:02:18.403" v="738" actId="20577"/>
      <pc:docMkLst>
        <pc:docMk/>
      </pc:docMkLst>
      <pc:sldChg chg="modSp add del mod">
        <pc:chgData name="Dominic Franklin Gonsalves (domgonsa)" userId="a8b517bc-8a83-4bc1-bd8b-9971fd0116be" providerId="ADAL" clId="{5EE9145D-1DA1-525F-A231-E528B3531B1F}" dt="2026-10-23T11:24:27.372" v="560" actId="20577"/>
        <pc:sldMkLst>
          <pc:docMk/>
          <pc:sldMk cId="3583228576" sldId="256"/>
        </pc:sldMkLst>
        <pc:spChg chg="mod">
          <ac:chgData name="Dominic Franklin Gonsalves (domgonsa)" userId="a8b517bc-8a83-4bc1-bd8b-9971fd0116be" providerId="ADAL" clId="{5EE9145D-1DA1-525F-A231-E528B3531B1F}" dt="2026-10-22T02:15:01.938" v="7" actId="207"/>
          <ac:spMkLst>
            <pc:docMk/>
            <pc:sldMk cId="3583228576" sldId="256"/>
            <ac:spMk id="2" creationId="{FE46541B-E02C-F853-AC26-3292F5B5C3A7}"/>
          </ac:spMkLst>
        </pc:spChg>
        <pc:spChg chg="mod">
          <ac:chgData name="Dominic Franklin Gonsalves (domgonsa)" userId="a8b517bc-8a83-4bc1-bd8b-9971fd0116be" providerId="ADAL" clId="{5EE9145D-1DA1-525F-A231-E528B3531B1F}" dt="2026-10-22T02:15:28.453" v="13" actId="1076"/>
          <ac:spMkLst>
            <pc:docMk/>
            <pc:sldMk cId="3583228576" sldId="256"/>
            <ac:spMk id="3" creationId="{211780BD-7A18-B0E9-EDE5-6EF4A41497EE}"/>
          </ac:spMkLst>
        </pc:spChg>
        <pc:spChg chg="mod">
          <ac:chgData name="Dominic Franklin Gonsalves (domgonsa)" userId="a8b517bc-8a83-4bc1-bd8b-9971fd0116be" providerId="ADAL" clId="{5EE9145D-1DA1-525F-A231-E528B3531B1F}" dt="2026-10-22T02:14:47.405" v="5" actId="207"/>
          <ac:spMkLst>
            <pc:docMk/>
            <pc:sldMk cId="3583228576" sldId="256"/>
            <ac:spMk id="5" creationId="{96CE5E6B-037F-44A9-367C-494AAB50268C}"/>
          </ac:spMkLst>
        </pc:spChg>
        <pc:spChg chg="mod">
          <ac:chgData name="Dominic Franklin Gonsalves (domgonsa)" userId="a8b517bc-8a83-4bc1-bd8b-9971fd0116be" providerId="ADAL" clId="{5EE9145D-1DA1-525F-A231-E528B3531B1F}" dt="2026-10-22T02:15:01.938" v="7" actId="207"/>
          <ac:spMkLst>
            <pc:docMk/>
            <pc:sldMk cId="3583228576" sldId="256"/>
            <ac:spMk id="6" creationId="{AB89C5E5-0F58-3D92-ED1C-9DAFCF1396BD}"/>
          </ac:spMkLst>
        </pc:spChg>
        <pc:spChg chg="mod">
          <ac:chgData name="Dominic Franklin Gonsalves (domgonsa)" userId="a8b517bc-8a83-4bc1-bd8b-9971fd0116be" providerId="ADAL" clId="{5EE9145D-1DA1-525F-A231-E528B3531B1F}" dt="2026-10-22T02:15:01.938" v="7" actId="207"/>
          <ac:spMkLst>
            <pc:docMk/>
            <pc:sldMk cId="3583228576" sldId="256"/>
            <ac:spMk id="7" creationId="{F5B017A1-69A9-BB12-5366-0C44A4CB19BD}"/>
          </ac:spMkLst>
        </pc:spChg>
        <pc:spChg chg="mod">
          <ac:chgData name="Dominic Franklin Gonsalves (domgonsa)" userId="a8b517bc-8a83-4bc1-bd8b-9971fd0116be" providerId="ADAL" clId="{5EE9145D-1DA1-525F-A231-E528B3531B1F}" dt="2026-10-22T02:15:01.938" v="7" actId="207"/>
          <ac:spMkLst>
            <pc:docMk/>
            <pc:sldMk cId="3583228576" sldId="256"/>
            <ac:spMk id="8" creationId="{A1CC13CC-3118-2779-BFE3-BCB1F00122F5}"/>
          </ac:spMkLst>
        </pc:spChg>
        <pc:spChg chg="mod">
          <ac:chgData name="Dominic Franklin Gonsalves (domgonsa)" userId="a8b517bc-8a83-4bc1-bd8b-9971fd0116be" providerId="ADAL" clId="{5EE9145D-1DA1-525F-A231-E528B3531B1F}" dt="2026-10-23T11:24:27.372" v="560" actId="20577"/>
          <ac:spMkLst>
            <pc:docMk/>
            <pc:sldMk cId="3583228576" sldId="256"/>
            <ac:spMk id="10" creationId="{13AC51A0-6CA1-3F3D-FCE2-5317A2FBCA3D}"/>
          </ac:spMkLst>
        </pc:spChg>
        <pc:spChg chg="mod">
          <ac:chgData name="Dominic Franklin Gonsalves (domgonsa)" userId="a8b517bc-8a83-4bc1-bd8b-9971fd0116be" providerId="ADAL" clId="{5EE9145D-1DA1-525F-A231-E528B3531B1F}" dt="2026-10-22T02:15:01.938" v="7" actId="207"/>
          <ac:spMkLst>
            <pc:docMk/>
            <pc:sldMk cId="3583228576" sldId="256"/>
            <ac:spMk id="11" creationId="{9AB0ABEC-76AD-7CB4-AABC-EBBE76597D72}"/>
          </ac:spMkLst>
        </pc:spChg>
        <pc:spChg chg="mod">
          <ac:chgData name="Dominic Franklin Gonsalves (domgonsa)" userId="a8b517bc-8a83-4bc1-bd8b-9971fd0116be" providerId="ADAL" clId="{5EE9145D-1DA1-525F-A231-E528B3531B1F}" dt="2026-10-22T02:15:01.938" v="7" actId="207"/>
          <ac:spMkLst>
            <pc:docMk/>
            <pc:sldMk cId="3583228576" sldId="256"/>
            <ac:spMk id="17" creationId="{41402D30-B80B-9FC9-79CD-2FFC0DCC357C}"/>
          </ac:spMkLst>
        </pc:spChg>
        <pc:spChg chg="mod">
          <ac:chgData name="Dominic Franklin Gonsalves (domgonsa)" userId="a8b517bc-8a83-4bc1-bd8b-9971fd0116be" providerId="ADAL" clId="{5EE9145D-1DA1-525F-A231-E528B3531B1F}" dt="2026-10-22T02:15:01.938" v="7" actId="207"/>
          <ac:spMkLst>
            <pc:docMk/>
            <pc:sldMk cId="3583228576" sldId="256"/>
            <ac:spMk id="18" creationId="{6EDE3B21-C540-2CA4-1963-FC3AAA0F71A7}"/>
          </ac:spMkLst>
        </pc:spChg>
        <pc:spChg chg="mod">
          <ac:chgData name="Dominic Franklin Gonsalves (domgonsa)" userId="a8b517bc-8a83-4bc1-bd8b-9971fd0116be" providerId="ADAL" clId="{5EE9145D-1DA1-525F-A231-E528B3531B1F}" dt="2026-10-22T02:15:01.938" v="7" actId="207"/>
          <ac:spMkLst>
            <pc:docMk/>
            <pc:sldMk cId="3583228576" sldId="256"/>
            <ac:spMk id="20" creationId="{5CC6A3C1-E257-1E46-CEB9-95DD2380FC05}"/>
          </ac:spMkLst>
        </pc:spChg>
        <pc:spChg chg="mod">
          <ac:chgData name="Dominic Franklin Gonsalves (domgonsa)" userId="a8b517bc-8a83-4bc1-bd8b-9971fd0116be" providerId="ADAL" clId="{5EE9145D-1DA1-525F-A231-E528B3531B1F}" dt="2026-10-22T02:15:01.938" v="7" actId="207"/>
          <ac:spMkLst>
            <pc:docMk/>
            <pc:sldMk cId="3583228576" sldId="256"/>
            <ac:spMk id="21" creationId="{37ABA618-D256-5E6A-13EF-486C67EC42C9}"/>
          </ac:spMkLst>
        </pc:spChg>
      </pc:sldChg>
      <pc:sldChg chg="delSp modSp new mod">
        <pc:chgData name="Dominic Franklin Gonsalves (domgonsa)" userId="a8b517bc-8a83-4bc1-bd8b-9971fd0116be" providerId="ADAL" clId="{5EE9145D-1DA1-525F-A231-E528B3531B1F}" dt="2026-10-30T02:02:18.403" v="738" actId="20577"/>
        <pc:sldMkLst>
          <pc:docMk/>
          <pc:sldMk cId="272726899" sldId="257"/>
        </pc:sldMkLst>
        <pc:spChg chg="del">
          <ac:chgData name="Dominic Franklin Gonsalves (domgonsa)" userId="a8b517bc-8a83-4bc1-bd8b-9971fd0116be" providerId="ADAL" clId="{5EE9145D-1DA1-525F-A231-E528B3531B1F}" dt="2026-10-30T02:01:26.477" v="702" actId="478"/>
          <ac:spMkLst>
            <pc:docMk/>
            <pc:sldMk cId="272726899" sldId="257"/>
            <ac:spMk id="2" creationId="{9763437E-DDE1-EA5D-A754-0B539A440CA2}"/>
          </ac:spMkLst>
        </pc:spChg>
        <pc:spChg chg="mod">
          <ac:chgData name="Dominic Franklin Gonsalves (domgonsa)" userId="a8b517bc-8a83-4bc1-bd8b-9971fd0116be" providerId="ADAL" clId="{5EE9145D-1DA1-525F-A231-E528B3531B1F}" dt="2026-10-30T02:02:18.403" v="738" actId="20577"/>
          <ac:spMkLst>
            <pc:docMk/>
            <pc:sldMk cId="272726899" sldId="257"/>
            <ac:spMk id="3" creationId="{7C320116-1273-8EBF-A78E-1B579084BB2E}"/>
          </ac:spMkLst>
        </pc:spChg>
        <pc:spChg chg="del">
          <ac:chgData name="Dominic Franklin Gonsalves (domgonsa)" userId="a8b517bc-8a83-4bc1-bd8b-9971fd0116be" providerId="ADAL" clId="{5EE9145D-1DA1-525F-A231-E528B3531B1F}" dt="2026-10-30T02:01:27.901" v="703" actId="478"/>
          <ac:spMkLst>
            <pc:docMk/>
            <pc:sldMk cId="272726899" sldId="257"/>
            <ac:spMk id="4" creationId="{519ADC3B-49E7-38F7-8767-7AA573081F8F}"/>
          </ac:spMkLst>
        </pc:spChg>
        <pc:spChg chg="del">
          <ac:chgData name="Dominic Franklin Gonsalves (domgonsa)" userId="a8b517bc-8a83-4bc1-bd8b-9971fd0116be" providerId="ADAL" clId="{5EE9145D-1DA1-525F-A231-E528B3531B1F}" dt="2026-10-30T02:01:29.598" v="704" actId="478"/>
          <ac:spMkLst>
            <pc:docMk/>
            <pc:sldMk cId="272726899" sldId="257"/>
            <ac:spMk id="5" creationId="{589488F6-04D0-3BA9-8376-B96A10B52296}"/>
          </ac:spMkLst>
        </pc:spChg>
        <pc:spChg chg="del">
          <ac:chgData name="Dominic Franklin Gonsalves (domgonsa)" userId="a8b517bc-8a83-4bc1-bd8b-9971fd0116be" providerId="ADAL" clId="{5EE9145D-1DA1-525F-A231-E528B3531B1F}" dt="2026-10-30T02:01:31.006" v="705" actId="478"/>
          <ac:spMkLst>
            <pc:docMk/>
            <pc:sldMk cId="272726899" sldId="257"/>
            <ac:spMk id="6" creationId="{7744277A-F3BE-A4D2-732B-E9E84AE64E3B}"/>
          </ac:spMkLst>
        </pc:spChg>
        <pc:spChg chg="mod">
          <ac:chgData name="Dominic Franklin Gonsalves (domgonsa)" userId="a8b517bc-8a83-4bc1-bd8b-9971fd0116be" providerId="ADAL" clId="{5EE9145D-1DA1-525F-A231-E528B3531B1F}" dt="2026-10-30T02:01:23.597" v="701" actId="20577"/>
          <ac:spMkLst>
            <pc:docMk/>
            <pc:sldMk cId="272726899" sldId="257"/>
            <ac:spMk id="7" creationId="{9AF9A387-6408-2E08-CB76-13F6C0C047E5}"/>
          </ac:spMkLst>
        </pc:spChg>
      </pc:sldChg>
      <pc:sldChg chg="modSp add del mod">
        <pc:chgData name="Dominic Franklin Gonsalves (domgonsa)" userId="a8b517bc-8a83-4bc1-bd8b-9971fd0116be" providerId="ADAL" clId="{5EE9145D-1DA1-525F-A231-E528B3531B1F}" dt="2026-10-22T02:52:36.811" v="337" actId="20577"/>
        <pc:sldMkLst>
          <pc:docMk/>
          <pc:sldMk cId="61387819" sldId="265"/>
        </pc:sldMkLst>
        <pc:spChg chg="mod">
          <ac:chgData name="Dominic Franklin Gonsalves (domgonsa)" userId="a8b517bc-8a83-4bc1-bd8b-9971fd0116be" providerId="ADAL" clId="{5EE9145D-1DA1-525F-A231-E528B3531B1F}" dt="2026-10-22T02:52:36.811" v="337" actId="20577"/>
          <ac:spMkLst>
            <pc:docMk/>
            <pc:sldMk cId="61387819" sldId="265"/>
            <ac:spMk id="2" creationId="{D47AA8B2-D13B-D4AE-75C4-AC01A2C508B8}"/>
          </ac:spMkLst>
        </pc:spChg>
      </pc:sldChg>
      <pc:sldChg chg="modSp add del mod">
        <pc:chgData name="Dominic Franklin Gonsalves (domgonsa)" userId="a8b517bc-8a83-4bc1-bd8b-9971fd0116be" providerId="ADAL" clId="{5EE9145D-1DA1-525F-A231-E528B3531B1F}" dt="2026-10-23T11:24:08.179" v="558"/>
        <pc:sldMkLst>
          <pc:docMk/>
          <pc:sldMk cId="2410542820" sldId="271"/>
        </pc:sldMkLst>
        <pc:spChg chg="mod">
          <ac:chgData name="Dominic Franklin Gonsalves (domgonsa)" userId="a8b517bc-8a83-4bc1-bd8b-9971fd0116be" providerId="ADAL" clId="{5EE9145D-1DA1-525F-A231-E528B3531B1F}" dt="2026-10-23T04:40:36.616" v="556" actId="20577"/>
          <ac:spMkLst>
            <pc:docMk/>
            <pc:sldMk cId="2410542820" sldId="271"/>
            <ac:spMk id="2" creationId="{E2B8908A-AB02-3076-F9F1-3C86491366CD}"/>
          </ac:spMkLst>
        </pc:spChg>
        <pc:spChg chg="mod">
          <ac:chgData name="Dominic Franklin Gonsalves (domgonsa)" userId="a8b517bc-8a83-4bc1-bd8b-9971fd0116be" providerId="ADAL" clId="{5EE9145D-1DA1-525F-A231-E528B3531B1F}" dt="2026-10-23T11:24:08.179" v="558"/>
          <ac:spMkLst>
            <pc:docMk/>
            <pc:sldMk cId="2410542820" sldId="271"/>
            <ac:spMk id="3" creationId="{730140DE-73D3-0312-E8EF-C95D868C6652}"/>
          </ac:spMkLst>
        </pc:spChg>
        <pc:spChg chg="mod">
          <ac:chgData name="Dominic Franklin Gonsalves (domgonsa)" userId="a8b517bc-8a83-4bc1-bd8b-9971fd0116be" providerId="ADAL" clId="{5EE9145D-1DA1-525F-A231-E528B3531B1F}" dt="2026-10-22T02:15:45.132" v="15" actId="207"/>
          <ac:spMkLst>
            <pc:docMk/>
            <pc:sldMk cId="2410542820" sldId="271"/>
            <ac:spMk id="4" creationId="{B8109767-BBED-4003-AB5C-D0C4EFD8EF10}"/>
          </ac:spMkLst>
        </pc:spChg>
        <pc:spChg chg="mod">
          <ac:chgData name="Dominic Franklin Gonsalves (domgonsa)" userId="a8b517bc-8a83-4bc1-bd8b-9971fd0116be" providerId="ADAL" clId="{5EE9145D-1DA1-525F-A231-E528B3531B1F}" dt="2026-10-22T02:15:45.132" v="15" actId="207"/>
          <ac:spMkLst>
            <pc:docMk/>
            <pc:sldMk cId="2410542820" sldId="271"/>
            <ac:spMk id="5" creationId="{8E8B4236-0DBF-95D7-46B8-0848F922308E}"/>
          </ac:spMkLst>
        </pc:spChg>
        <pc:spChg chg="mod">
          <ac:chgData name="Dominic Franklin Gonsalves (domgonsa)" userId="a8b517bc-8a83-4bc1-bd8b-9971fd0116be" providerId="ADAL" clId="{5EE9145D-1DA1-525F-A231-E528B3531B1F}" dt="2026-10-22T02:15:45.132" v="15" actId="207"/>
          <ac:spMkLst>
            <pc:docMk/>
            <pc:sldMk cId="2410542820" sldId="271"/>
            <ac:spMk id="6" creationId="{1E2D1C63-696F-3F5C-AEF8-A16FBB542624}"/>
          </ac:spMkLst>
        </pc:spChg>
        <pc:spChg chg="mod">
          <ac:chgData name="Dominic Franklin Gonsalves (domgonsa)" userId="a8b517bc-8a83-4bc1-bd8b-9971fd0116be" providerId="ADAL" clId="{5EE9145D-1DA1-525F-A231-E528B3531B1F}" dt="2026-10-22T02:15:45.132" v="15" actId="207"/>
          <ac:spMkLst>
            <pc:docMk/>
            <pc:sldMk cId="2410542820" sldId="271"/>
            <ac:spMk id="7" creationId="{DE0FB522-1216-AEE6-1179-4A78F78A46D2}"/>
          </ac:spMkLst>
        </pc:spChg>
        <pc:spChg chg="mod">
          <ac:chgData name="Dominic Franklin Gonsalves (domgonsa)" userId="a8b517bc-8a83-4bc1-bd8b-9971fd0116be" providerId="ADAL" clId="{5EE9145D-1DA1-525F-A231-E528B3531B1F}" dt="2026-10-22T02:15:45.132" v="15" actId="207"/>
          <ac:spMkLst>
            <pc:docMk/>
            <pc:sldMk cId="2410542820" sldId="271"/>
            <ac:spMk id="9" creationId="{47D879DE-E78B-D4A8-A1BA-E7F17938B39D}"/>
          </ac:spMkLst>
        </pc:spChg>
        <pc:spChg chg="mod">
          <ac:chgData name="Dominic Franklin Gonsalves (domgonsa)" userId="a8b517bc-8a83-4bc1-bd8b-9971fd0116be" providerId="ADAL" clId="{5EE9145D-1DA1-525F-A231-E528B3531B1F}" dt="2026-10-22T02:15:45.132" v="15" actId="207"/>
          <ac:spMkLst>
            <pc:docMk/>
            <pc:sldMk cId="2410542820" sldId="271"/>
            <ac:spMk id="10" creationId="{A5A6984A-0DA5-84C5-8CAD-F5EDE9648D62}"/>
          </ac:spMkLst>
        </pc:spChg>
        <pc:spChg chg="mod">
          <ac:chgData name="Dominic Franklin Gonsalves (domgonsa)" userId="a8b517bc-8a83-4bc1-bd8b-9971fd0116be" providerId="ADAL" clId="{5EE9145D-1DA1-525F-A231-E528B3531B1F}" dt="2026-10-22T02:15:45.132" v="15" actId="207"/>
          <ac:spMkLst>
            <pc:docMk/>
            <pc:sldMk cId="2410542820" sldId="271"/>
            <ac:spMk id="11" creationId="{A8147098-DD54-F09A-C794-54C036D30CA3}"/>
          </ac:spMkLst>
        </pc:spChg>
        <pc:spChg chg="mod">
          <ac:chgData name="Dominic Franklin Gonsalves (domgonsa)" userId="a8b517bc-8a83-4bc1-bd8b-9971fd0116be" providerId="ADAL" clId="{5EE9145D-1DA1-525F-A231-E528B3531B1F}" dt="2026-10-22T02:15:45.132" v="15" actId="207"/>
          <ac:spMkLst>
            <pc:docMk/>
            <pc:sldMk cId="2410542820" sldId="271"/>
            <ac:spMk id="12" creationId="{CBCAA04B-56CA-9AAA-460E-77411CEA435E}"/>
          </ac:spMkLst>
        </pc:spChg>
        <pc:spChg chg="mod">
          <ac:chgData name="Dominic Franklin Gonsalves (domgonsa)" userId="a8b517bc-8a83-4bc1-bd8b-9971fd0116be" providerId="ADAL" clId="{5EE9145D-1DA1-525F-A231-E528B3531B1F}" dt="2026-10-22T02:15:45.132" v="15" actId="207"/>
          <ac:spMkLst>
            <pc:docMk/>
            <pc:sldMk cId="2410542820" sldId="271"/>
            <ac:spMk id="13" creationId="{1A963634-9756-D2CA-BD68-E9662AB1791A}"/>
          </ac:spMkLst>
        </pc:spChg>
      </pc:sldChg>
      <pc:sldChg chg="addSp delSp modSp add del mod addAnim delAnim">
        <pc:chgData name="Dominic Franklin Gonsalves (domgonsa)" userId="a8b517bc-8a83-4bc1-bd8b-9971fd0116be" providerId="ADAL" clId="{5EE9145D-1DA1-525F-A231-E528B3531B1F}" dt="2026-10-22T02:52:21.427" v="336" actId="1076"/>
        <pc:sldMkLst>
          <pc:docMk/>
          <pc:sldMk cId="13024325" sldId="317"/>
        </pc:sldMkLst>
        <pc:spChg chg="mod">
          <ac:chgData name="Dominic Franklin Gonsalves (domgonsa)" userId="a8b517bc-8a83-4bc1-bd8b-9971fd0116be" providerId="ADAL" clId="{5EE9145D-1DA1-525F-A231-E528B3531B1F}" dt="2026-10-22T02:50:01.336" v="160" actId="5793"/>
          <ac:spMkLst>
            <pc:docMk/>
            <pc:sldMk cId="13024325" sldId="317"/>
            <ac:spMk id="3" creationId="{4D60CA3A-C201-E8E2-75F6-F5A4AED911C6}"/>
          </ac:spMkLst>
        </pc:spChg>
        <pc:spChg chg="mod">
          <ac:chgData name="Dominic Franklin Gonsalves (domgonsa)" userId="a8b517bc-8a83-4bc1-bd8b-9971fd0116be" providerId="ADAL" clId="{5EE9145D-1DA1-525F-A231-E528B3531B1F}" dt="2026-10-22T02:52:07.500" v="335" actId="313"/>
          <ac:spMkLst>
            <pc:docMk/>
            <pc:sldMk cId="13024325" sldId="317"/>
            <ac:spMk id="4" creationId="{BC02DBBF-AF8D-982F-8C29-1BE6E9809FC7}"/>
          </ac:spMkLst>
        </pc:spChg>
        <pc:spChg chg="mod">
          <ac:chgData name="Dominic Franklin Gonsalves (domgonsa)" userId="a8b517bc-8a83-4bc1-bd8b-9971fd0116be" providerId="ADAL" clId="{5EE9145D-1DA1-525F-A231-E528B3531B1F}" dt="2026-10-22T02:17:54.214" v="89" actId="207"/>
          <ac:spMkLst>
            <pc:docMk/>
            <pc:sldMk cId="13024325" sldId="317"/>
            <ac:spMk id="5" creationId="{45045A73-8F45-843C-C20A-38EAB06B61ED}"/>
          </ac:spMkLst>
        </pc:spChg>
        <pc:spChg chg="mod">
          <ac:chgData name="Dominic Franklin Gonsalves (domgonsa)" userId="a8b517bc-8a83-4bc1-bd8b-9971fd0116be" providerId="ADAL" clId="{5EE9145D-1DA1-525F-A231-E528B3531B1F}" dt="2026-10-22T02:51:41.237" v="325" actId="20577"/>
          <ac:spMkLst>
            <pc:docMk/>
            <pc:sldMk cId="13024325" sldId="317"/>
            <ac:spMk id="7" creationId="{169A1D22-9465-2328-3D72-2607A4B23029}"/>
          </ac:spMkLst>
        </pc:spChg>
        <pc:spChg chg="mod">
          <ac:chgData name="Dominic Franklin Gonsalves (domgonsa)" userId="a8b517bc-8a83-4bc1-bd8b-9971fd0116be" providerId="ADAL" clId="{5EE9145D-1DA1-525F-A231-E528B3531B1F}" dt="2026-10-22T02:17:35.351" v="88" actId="207"/>
          <ac:spMkLst>
            <pc:docMk/>
            <pc:sldMk cId="13024325" sldId="317"/>
            <ac:spMk id="8" creationId="{22295CAF-7330-7D9B-F8AA-239E2C28A3F7}"/>
          </ac:spMkLst>
        </pc:spChg>
        <pc:spChg chg="mod">
          <ac:chgData name="Dominic Franklin Gonsalves (domgonsa)" userId="a8b517bc-8a83-4bc1-bd8b-9971fd0116be" providerId="ADAL" clId="{5EE9145D-1DA1-525F-A231-E528B3531B1F}" dt="2026-10-22T02:17:35.351" v="88" actId="207"/>
          <ac:spMkLst>
            <pc:docMk/>
            <pc:sldMk cId="13024325" sldId="317"/>
            <ac:spMk id="38" creationId="{687CB146-C3B3-0C39-6D06-81E050B7947F}"/>
          </ac:spMkLst>
        </pc:spChg>
        <pc:spChg chg="mod">
          <ac:chgData name="Dominic Franklin Gonsalves (domgonsa)" userId="a8b517bc-8a83-4bc1-bd8b-9971fd0116be" providerId="ADAL" clId="{5EE9145D-1DA1-525F-A231-E528B3531B1F}" dt="2026-10-22T02:17:54.214" v="89" actId="207"/>
          <ac:spMkLst>
            <pc:docMk/>
            <pc:sldMk cId="13024325" sldId="317"/>
            <ac:spMk id="39" creationId="{EF6C720D-E24E-C602-7931-64A3C93D3074}"/>
          </ac:spMkLst>
        </pc:spChg>
        <pc:spChg chg="mod">
          <ac:chgData name="Dominic Franklin Gonsalves (domgonsa)" userId="a8b517bc-8a83-4bc1-bd8b-9971fd0116be" providerId="ADAL" clId="{5EE9145D-1DA1-525F-A231-E528B3531B1F}" dt="2026-10-22T02:17:54.214" v="89" actId="207"/>
          <ac:spMkLst>
            <pc:docMk/>
            <pc:sldMk cId="13024325" sldId="317"/>
            <ac:spMk id="65" creationId="{4643826A-276C-5277-2C74-B3037A323713}"/>
          </ac:spMkLst>
        </pc:spChg>
        <pc:spChg chg="mod">
          <ac:chgData name="Dominic Franklin Gonsalves (domgonsa)" userId="a8b517bc-8a83-4bc1-bd8b-9971fd0116be" providerId="ADAL" clId="{5EE9145D-1DA1-525F-A231-E528B3531B1F}" dt="2026-10-22T02:18:02.377" v="90" actId="14100"/>
          <ac:spMkLst>
            <pc:docMk/>
            <pc:sldMk cId="13024325" sldId="317"/>
            <ac:spMk id="68" creationId="{7E444749-2D90-B3D0-D8CA-22629DC7854F}"/>
          </ac:spMkLst>
        </pc:spChg>
        <pc:spChg chg="mod">
          <ac:chgData name="Dominic Franklin Gonsalves (domgonsa)" userId="a8b517bc-8a83-4bc1-bd8b-9971fd0116be" providerId="ADAL" clId="{5EE9145D-1DA1-525F-A231-E528B3531B1F}" dt="2026-10-22T02:17:54.214" v="89" actId="207"/>
          <ac:spMkLst>
            <pc:docMk/>
            <pc:sldMk cId="13024325" sldId="317"/>
            <ac:spMk id="70" creationId="{255A2313-70A8-BE2E-EBBE-AA3D4E6A2C2F}"/>
          </ac:spMkLst>
        </pc:spChg>
        <pc:spChg chg="mod">
          <ac:chgData name="Dominic Franklin Gonsalves (domgonsa)" userId="a8b517bc-8a83-4bc1-bd8b-9971fd0116be" providerId="ADAL" clId="{5EE9145D-1DA1-525F-A231-E528B3531B1F}" dt="2026-10-22T02:17:35.351" v="88" actId="207"/>
          <ac:spMkLst>
            <pc:docMk/>
            <pc:sldMk cId="13024325" sldId="317"/>
            <ac:spMk id="73" creationId="{F5C60AA5-9758-4D8F-F158-CBAF488A8103}"/>
          </ac:spMkLst>
        </pc:spChg>
        <pc:spChg chg="mod">
          <ac:chgData name="Dominic Franklin Gonsalves (domgonsa)" userId="a8b517bc-8a83-4bc1-bd8b-9971fd0116be" providerId="ADAL" clId="{5EE9145D-1DA1-525F-A231-E528B3531B1F}" dt="2026-10-22T02:17:54.214" v="89" actId="207"/>
          <ac:spMkLst>
            <pc:docMk/>
            <pc:sldMk cId="13024325" sldId="317"/>
            <ac:spMk id="82" creationId="{238AA945-08BA-4B89-689D-D7D1C3747963}"/>
          </ac:spMkLst>
        </pc:spChg>
        <pc:spChg chg="mod">
          <ac:chgData name="Dominic Franklin Gonsalves (domgonsa)" userId="a8b517bc-8a83-4bc1-bd8b-9971fd0116be" providerId="ADAL" clId="{5EE9145D-1DA1-525F-A231-E528B3531B1F}" dt="2026-10-22T02:17:35.351" v="88" actId="207"/>
          <ac:spMkLst>
            <pc:docMk/>
            <pc:sldMk cId="13024325" sldId="317"/>
            <ac:spMk id="90" creationId="{C90CC433-3C62-0725-3060-9692172174C7}"/>
          </ac:spMkLst>
        </pc:spChg>
        <pc:spChg chg="mod">
          <ac:chgData name="Dominic Franklin Gonsalves (domgonsa)" userId="a8b517bc-8a83-4bc1-bd8b-9971fd0116be" providerId="ADAL" clId="{5EE9145D-1DA1-525F-A231-E528B3531B1F}" dt="2026-10-22T02:17:35.351" v="88" actId="207"/>
          <ac:spMkLst>
            <pc:docMk/>
            <pc:sldMk cId="13024325" sldId="317"/>
            <ac:spMk id="91" creationId="{864FA0A6-4C9E-2CE2-A686-A45B6FC4A961}"/>
          </ac:spMkLst>
        </pc:spChg>
        <pc:spChg chg="mod">
          <ac:chgData name="Dominic Franklin Gonsalves (domgonsa)" userId="a8b517bc-8a83-4bc1-bd8b-9971fd0116be" providerId="ADAL" clId="{5EE9145D-1DA1-525F-A231-E528B3531B1F}" dt="2026-10-22T02:17:35.351" v="88" actId="207"/>
          <ac:spMkLst>
            <pc:docMk/>
            <pc:sldMk cId="13024325" sldId="317"/>
            <ac:spMk id="109" creationId="{BCC1EA02-579A-C110-7388-21D8F4EAF646}"/>
          </ac:spMkLst>
        </pc:spChg>
        <pc:spChg chg="add del mod">
          <ac:chgData name="Dominic Franklin Gonsalves (domgonsa)" userId="a8b517bc-8a83-4bc1-bd8b-9971fd0116be" providerId="ADAL" clId="{5EE9145D-1DA1-525F-A231-E528B3531B1F}" dt="2026-10-22T02:49:48.949" v="128" actId="478"/>
          <ac:spMkLst>
            <pc:docMk/>
            <pc:sldMk cId="13024325" sldId="317"/>
            <ac:spMk id="193" creationId="{A455E7A1-D3D6-8FD9-3DED-013BD41FDE5B}"/>
          </ac:spMkLst>
        </pc:spChg>
        <pc:spChg chg="add del mod">
          <ac:chgData name="Dominic Franklin Gonsalves (domgonsa)" userId="a8b517bc-8a83-4bc1-bd8b-9971fd0116be" providerId="ADAL" clId="{5EE9145D-1DA1-525F-A231-E528B3531B1F}" dt="2026-10-22T02:50:26.007" v="194" actId="20577"/>
          <ac:spMkLst>
            <pc:docMk/>
            <pc:sldMk cId="13024325" sldId="317"/>
            <ac:spMk id="194" creationId="{67862EDD-61B2-88EE-B48F-2045C3F0A670}"/>
          </ac:spMkLst>
        </pc:spChg>
        <pc:spChg chg="add del">
          <ac:chgData name="Dominic Franklin Gonsalves (domgonsa)" userId="a8b517bc-8a83-4bc1-bd8b-9971fd0116be" providerId="ADAL" clId="{5EE9145D-1DA1-525F-A231-E528B3531B1F}" dt="2026-10-22T02:49:48.094" v="127" actId="478"/>
          <ac:spMkLst>
            <pc:docMk/>
            <pc:sldMk cId="13024325" sldId="317"/>
            <ac:spMk id="195" creationId="{B0799286-19A0-C2D7-0ED5-9D4E070F21BA}"/>
          </ac:spMkLst>
        </pc:spChg>
        <pc:spChg chg="mod">
          <ac:chgData name="Dominic Franklin Gonsalves (domgonsa)" userId="a8b517bc-8a83-4bc1-bd8b-9971fd0116be" providerId="ADAL" clId="{5EE9145D-1DA1-525F-A231-E528B3531B1F}" dt="2026-10-22T02:50:46.482" v="241" actId="20577"/>
          <ac:spMkLst>
            <pc:docMk/>
            <pc:sldMk cId="13024325" sldId="317"/>
            <ac:spMk id="196" creationId="{833FF658-1EDF-0221-0583-FD799BF5CBB7}"/>
          </ac:spMkLst>
        </pc:spChg>
        <pc:spChg chg="mod">
          <ac:chgData name="Dominic Franklin Gonsalves (domgonsa)" userId="a8b517bc-8a83-4bc1-bd8b-9971fd0116be" providerId="ADAL" clId="{5EE9145D-1DA1-525F-A231-E528B3531B1F}" dt="2026-10-22T02:51:04.829" v="299" actId="20577"/>
          <ac:spMkLst>
            <pc:docMk/>
            <pc:sldMk cId="13024325" sldId="317"/>
            <ac:spMk id="198" creationId="{593E767D-7AF0-5112-26E1-E7004095A7C3}"/>
          </ac:spMkLst>
        </pc:spChg>
        <pc:spChg chg="mod">
          <ac:chgData name="Dominic Franklin Gonsalves (domgonsa)" userId="a8b517bc-8a83-4bc1-bd8b-9971fd0116be" providerId="ADAL" clId="{5EE9145D-1DA1-525F-A231-E528B3531B1F}" dt="2026-10-22T02:17:35.351" v="88" actId="207"/>
          <ac:spMkLst>
            <pc:docMk/>
            <pc:sldMk cId="13024325" sldId="317"/>
            <ac:spMk id="199" creationId="{78A4C838-342A-57C9-8B05-19B372ACFE57}"/>
          </ac:spMkLst>
        </pc:spChg>
        <pc:spChg chg="mod">
          <ac:chgData name="Dominic Franklin Gonsalves (domgonsa)" userId="a8b517bc-8a83-4bc1-bd8b-9971fd0116be" providerId="ADAL" clId="{5EE9145D-1DA1-525F-A231-E528B3531B1F}" dt="2026-10-22T02:52:21.427" v="336" actId="1076"/>
          <ac:spMkLst>
            <pc:docMk/>
            <pc:sldMk cId="13024325" sldId="317"/>
            <ac:spMk id="200" creationId="{70445EF4-0573-4818-3B7F-FEB9F89468F8}"/>
          </ac:spMkLst>
        </pc:spChg>
      </pc:sldChg>
      <pc:sldChg chg="add del">
        <pc:chgData name="Dominic Franklin Gonsalves (domgonsa)" userId="a8b517bc-8a83-4bc1-bd8b-9971fd0116be" providerId="ADAL" clId="{5EE9145D-1DA1-525F-A231-E528B3531B1F}" dt="2026-10-23T11:25:43.138" v="561"/>
        <pc:sldMkLst>
          <pc:docMk/>
          <pc:sldMk cId="2140164881" sldId="2147482421"/>
        </pc:sldMkLst>
      </pc:sldChg>
      <pc:sldChg chg="addSp delSp modSp mod">
        <pc:chgData name="Dominic Franklin Gonsalves (domgonsa)" userId="a8b517bc-8a83-4bc1-bd8b-9971fd0116be" providerId="ADAL" clId="{5EE9145D-1DA1-525F-A231-E528B3531B1F}" dt="2026-10-23T04:38:58.391" v="543" actId="207"/>
        <pc:sldMkLst>
          <pc:docMk/>
          <pc:sldMk cId="3580855802" sldId="2147482540"/>
        </pc:sldMkLst>
        <pc:spChg chg="mod">
          <ac:chgData name="Dominic Franklin Gonsalves (domgonsa)" userId="a8b517bc-8a83-4bc1-bd8b-9971fd0116be" providerId="ADAL" clId="{5EE9145D-1DA1-525F-A231-E528B3531B1F}" dt="2026-10-23T04:31:23.558" v="413"/>
          <ac:spMkLst>
            <pc:docMk/>
            <pc:sldMk cId="3580855802" sldId="2147482540"/>
            <ac:spMk id="2" creationId="{9AECE995-B7EC-DD32-017E-9EF35F300C3A}"/>
          </ac:spMkLst>
        </pc:spChg>
        <pc:spChg chg="mod">
          <ac:chgData name="Dominic Franklin Gonsalves (domgonsa)" userId="a8b517bc-8a83-4bc1-bd8b-9971fd0116be" providerId="ADAL" clId="{5EE9145D-1DA1-525F-A231-E528B3531B1F}" dt="2026-10-23T04:38:58.391" v="543" actId="207"/>
          <ac:spMkLst>
            <pc:docMk/>
            <pc:sldMk cId="3580855802" sldId="2147482540"/>
            <ac:spMk id="7" creationId="{4F5A61E5-8516-436F-2E73-62F77A30899E}"/>
          </ac:spMkLst>
        </pc:spChg>
        <pc:spChg chg="mod">
          <ac:chgData name="Dominic Franklin Gonsalves (domgonsa)" userId="a8b517bc-8a83-4bc1-bd8b-9971fd0116be" providerId="ADAL" clId="{5EE9145D-1DA1-525F-A231-E528B3531B1F}" dt="2026-10-23T04:31:45.091" v="434" actId="14100"/>
          <ac:spMkLst>
            <pc:docMk/>
            <pc:sldMk cId="3580855802" sldId="2147482540"/>
            <ac:spMk id="9" creationId="{CA9978FD-D1D2-C31D-031E-32A824E75750}"/>
          </ac:spMkLst>
        </pc:spChg>
        <pc:spChg chg="mod">
          <ac:chgData name="Dominic Franklin Gonsalves (domgonsa)" userId="a8b517bc-8a83-4bc1-bd8b-9971fd0116be" providerId="ADAL" clId="{5EE9145D-1DA1-525F-A231-E528B3531B1F}" dt="2026-10-22T02:56:55.832" v="409" actId="20577"/>
          <ac:spMkLst>
            <pc:docMk/>
            <pc:sldMk cId="3580855802" sldId="2147482540"/>
            <ac:spMk id="16" creationId="{E2FD4499-3F94-D529-61BC-EA3D86F510AD}"/>
          </ac:spMkLst>
        </pc:spChg>
      </pc:sldChg>
      <pc:sldChg chg="add del">
        <pc:chgData name="Dominic Franklin Gonsalves (domgonsa)" userId="a8b517bc-8a83-4bc1-bd8b-9971fd0116be" providerId="ADAL" clId="{5EE9145D-1DA1-525F-A231-E528B3531B1F}" dt="2026-10-23T11:25:43.138" v="561"/>
        <pc:sldMkLst>
          <pc:docMk/>
          <pc:sldMk cId="1839862256" sldId="2147482545"/>
        </pc:sldMkLst>
      </pc:sldChg>
      <pc:sldChg chg="delSp modSp add mod modShow">
        <pc:chgData name="Dominic Franklin Gonsalves (domgonsa)" userId="a8b517bc-8a83-4bc1-bd8b-9971fd0116be" providerId="ADAL" clId="{5EE9145D-1DA1-525F-A231-E528B3531B1F}" dt="2026-10-23T11:26:25.910" v="577" actId="34476"/>
        <pc:sldMkLst>
          <pc:docMk/>
          <pc:sldMk cId="3638362385" sldId="2147482601"/>
        </pc:sldMkLst>
        <pc:spChg chg="mod">
          <ac:chgData name="Dominic Franklin Gonsalves (domgonsa)" userId="a8b517bc-8a83-4bc1-bd8b-9971fd0116be" providerId="ADAL" clId="{5EE9145D-1DA1-525F-A231-E528B3531B1F}" dt="2026-10-23T11:25:59.847" v="573" actId="20577"/>
          <ac:spMkLst>
            <pc:docMk/>
            <pc:sldMk cId="3638362385" sldId="2147482601"/>
            <ac:spMk id="3" creationId="{1211C2F6-DC0D-DD6F-C3E9-F7C0E386BB4D}"/>
          </ac:spMkLst>
        </pc:spChg>
      </pc:sldChg>
      <pc:sldChg chg="modSp mod">
        <pc:chgData name="Dominic Franklin Gonsalves (domgonsa)" userId="a8b517bc-8a83-4bc1-bd8b-9971fd0116be" providerId="ADAL" clId="{5EE9145D-1DA1-525F-A231-E528B3531B1F}" dt="2026-10-30T02:01:50.387" v="716" actId="20577"/>
        <pc:sldMkLst>
          <pc:docMk/>
          <pc:sldMk cId="3479899824" sldId="2147482685"/>
        </pc:sldMkLst>
        <pc:spChg chg="mod">
          <ac:chgData name="Dominic Franklin Gonsalves (domgonsa)" userId="a8b517bc-8a83-4bc1-bd8b-9971fd0116be" providerId="ADAL" clId="{5EE9145D-1DA1-525F-A231-E528B3531B1F}" dt="2026-10-22T02:17:05.325" v="23" actId="20577"/>
          <ac:spMkLst>
            <pc:docMk/>
            <pc:sldMk cId="3479899824" sldId="2147482685"/>
            <ac:spMk id="7" creationId="{6CF120A9-DFA4-1395-0380-946B122C87CC}"/>
          </ac:spMkLst>
        </pc:spChg>
        <pc:spChg chg="mod">
          <ac:chgData name="Dominic Franklin Gonsalves (domgonsa)" userId="a8b517bc-8a83-4bc1-bd8b-9971fd0116be" providerId="ADAL" clId="{5EE9145D-1DA1-525F-A231-E528B3531B1F}" dt="2026-10-30T02:01:50.387" v="716" actId="20577"/>
          <ac:spMkLst>
            <pc:docMk/>
            <pc:sldMk cId="3479899824" sldId="2147482685"/>
            <ac:spMk id="35" creationId="{9F9B2995-421C-A746-7C58-4ECBDB28B5D7}"/>
          </ac:spMkLst>
        </pc:spChg>
      </pc:sldChg>
      <pc:sldChg chg="delSp modSp add del mod">
        <pc:chgData name="Dominic Franklin Gonsalves (domgonsa)" userId="a8b517bc-8a83-4bc1-bd8b-9971fd0116be" providerId="ADAL" clId="{5EE9145D-1DA1-525F-A231-E528B3531B1F}" dt="2026-10-23T11:26:16.145" v="576"/>
        <pc:sldMkLst>
          <pc:docMk/>
          <pc:sldMk cId="2613694836" sldId="2147482688"/>
        </pc:sldMkLst>
        <pc:spChg chg="mod">
          <ac:chgData name="Dominic Franklin Gonsalves (domgonsa)" userId="a8b517bc-8a83-4bc1-bd8b-9971fd0116be" providerId="ADAL" clId="{5EE9145D-1DA1-525F-A231-E528B3531B1F}" dt="2026-10-23T11:26:16.145" v="576"/>
          <ac:spMkLst>
            <pc:docMk/>
            <pc:sldMk cId="2613694836" sldId="2147482688"/>
            <ac:spMk id="3" creationId="{B1BE9E23-057A-5E1A-FEA5-30C04A25EF43}"/>
          </ac:spMkLst>
        </pc:spChg>
      </pc:sldChg>
      <pc:sldChg chg="modSp mod">
        <pc:chgData name="Dominic Franklin Gonsalves (domgonsa)" userId="a8b517bc-8a83-4bc1-bd8b-9971fd0116be" providerId="ADAL" clId="{5EE9145D-1DA1-525F-A231-E528B3531B1F}" dt="2026-10-23T11:24:02.090" v="557"/>
        <pc:sldMkLst>
          <pc:docMk/>
          <pc:sldMk cId="317743616" sldId="2147482691"/>
        </pc:sldMkLst>
        <pc:spChg chg="mod">
          <ac:chgData name="Dominic Franklin Gonsalves (domgonsa)" userId="a8b517bc-8a83-4bc1-bd8b-9971fd0116be" providerId="ADAL" clId="{5EE9145D-1DA1-525F-A231-E528B3531B1F}" dt="2026-10-23T11:24:02.090" v="557"/>
          <ac:spMkLst>
            <pc:docMk/>
            <pc:sldMk cId="317743616" sldId="2147482691"/>
            <ac:spMk id="3" creationId="{6B45387F-55E8-386F-1E3A-77ED06C2755F}"/>
          </ac:spMkLst>
        </pc:spChg>
        <pc:graphicFrameChg chg="mod modGraphic">
          <ac:chgData name="Dominic Franklin Gonsalves (domgonsa)" userId="a8b517bc-8a83-4bc1-bd8b-9971fd0116be" providerId="ADAL" clId="{5EE9145D-1DA1-525F-A231-E528B3531B1F}" dt="2026-10-23T04:35:34.969" v="503" actId="1076"/>
          <ac:graphicFrameMkLst>
            <pc:docMk/>
            <pc:sldMk cId="317743616" sldId="2147482691"/>
            <ac:graphicFrameMk id="13" creationId="{82DBE84B-126A-35E5-D764-C8F992AB93CE}"/>
          </ac:graphicFrameMkLst>
        </pc:graphicFrameChg>
      </pc:sldChg>
      <pc:sldChg chg="modSp add del mod">
        <pc:chgData name="Dominic Franklin Gonsalves (domgonsa)" userId="a8b517bc-8a83-4bc1-bd8b-9971fd0116be" providerId="ADAL" clId="{5EE9145D-1DA1-525F-A231-E528B3531B1F}" dt="2026-10-22T02:56:34.264" v="396" actId="207"/>
        <pc:sldMkLst>
          <pc:docMk/>
          <pc:sldMk cId="0" sldId="2147483646"/>
        </pc:sldMkLst>
        <pc:spChg chg="mod">
          <ac:chgData name="Dominic Franklin Gonsalves (domgonsa)" userId="a8b517bc-8a83-4bc1-bd8b-9971fd0116be" providerId="ADAL" clId="{5EE9145D-1DA1-525F-A231-E528B3531B1F}" dt="2026-10-22T02:56:34.264" v="396" actId="207"/>
          <ac:spMkLst>
            <pc:docMk/>
            <pc:sldMk cId="0" sldId="2147483646"/>
            <ac:spMk id="8" creationId="{C961DB74-86A9-8FF3-98E8-9CE7C9858EAC}"/>
          </ac:spMkLst>
        </pc:spChg>
        <pc:spChg chg="mod">
          <ac:chgData name="Dominic Franklin Gonsalves (domgonsa)" userId="a8b517bc-8a83-4bc1-bd8b-9971fd0116be" providerId="ADAL" clId="{5EE9145D-1DA1-525F-A231-E528B3531B1F}" dt="2026-10-22T02:55:33.663" v="369" actId="1076"/>
          <ac:spMkLst>
            <pc:docMk/>
            <pc:sldMk cId="0" sldId="2147483646"/>
            <ac:spMk id="9" creationId="{82916B44-F334-5886-C8CA-53A8C833A727}"/>
          </ac:spMkLst>
        </pc:spChg>
        <pc:spChg chg="mod">
          <ac:chgData name="Dominic Franklin Gonsalves (domgonsa)" userId="a8b517bc-8a83-4bc1-bd8b-9971fd0116be" providerId="ADAL" clId="{5EE9145D-1DA1-525F-A231-E528B3531B1F}" dt="2026-10-22T02:54:47.300" v="352" actId="20577"/>
          <ac:spMkLst>
            <pc:docMk/>
            <pc:sldMk cId="0" sldId="2147483646"/>
            <ac:spMk id="138" creationId="{BE93533B-4E6D-48B4-A50F-85DA670C6D94}"/>
          </ac:spMkLst>
        </pc:spChg>
        <pc:spChg chg="mod">
          <ac:chgData name="Dominic Franklin Gonsalves (domgonsa)" userId="a8b517bc-8a83-4bc1-bd8b-9971fd0116be" providerId="ADAL" clId="{5EE9145D-1DA1-525F-A231-E528B3531B1F}" dt="2026-10-22T02:54:29.462" v="345" actId="20577"/>
          <ac:spMkLst>
            <pc:docMk/>
            <pc:sldMk cId="0" sldId="2147483646"/>
            <ac:spMk id="146" creationId="{9D0E2FA1-98A1-B64A-CD5A-30A7DF53B9EB}"/>
          </ac:spMkLst>
        </pc:spChg>
        <pc:spChg chg="mod">
          <ac:chgData name="Dominic Franklin Gonsalves (domgonsa)" userId="a8b517bc-8a83-4bc1-bd8b-9971fd0116be" providerId="ADAL" clId="{5EE9145D-1DA1-525F-A231-E528B3531B1F}" dt="2026-10-22T02:54:10.909" v="343" actId="20577"/>
          <ac:spMkLst>
            <pc:docMk/>
            <pc:sldMk cId="0" sldId="2147483646"/>
            <ac:spMk id="153" creationId="{7F9DAEC3-0729-8FD7-055F-767B21158A92}"/>
          </ac:spMkLst>
        </pc:spChg>
        <pc:spChg chg="mod">
          <ac:chgData name="Dominic Franklin Gonsalves (domgonsa)" userId="a8b517bc-8a83-4bc1-bd8b-9971fd0116be" providerId="ADAL" clId="{5EE9145D-1DA1-525F-A231-E528B3531B1F}" dt="2026-10-22T02:54:25.158" v="344" actId="20577"/>
          <ac:spMkLst>
            <pc:docMk/>
            <pc:sldMk cId="0" sldId="2147483646"/>
            <ac:spMk id="155" creationId="{617E0FAE-3B9A-77C4-A9FA-BF2F8B050D6A}"/>
          </ac:spMkLst>
        </pc:spChg>
        <pc:spChg chg="mod">
          <ac:chgData name="Dominic Franklin Gonsalves (domgonsa)" userId="a8b517bc-8a83-4bc1-bd8b-9971fd0116be" providerId="ADAL" clId="{5EE9145D-1DA1-525F-A231-E528B3531B1F}" dt="2026-10-22T02:54:32.882" v="346" actId="20577"/>
          <ac:spMkLst>
            <pc:docMk/>
            <pc:sldMk cId="0" sldId="2147483646"/>
            <ac:spMk id="158" creationId="{5A740E31-C2E3-D818-4A46-AA7A4D3F5F0C}"/>
          </ac:spMkLst>
        </pc:spChg>
      </pc:sldChg>
      <pc:sldChg chg="delSp modSp new mod">
        <pc:chgData name="Dominic Franklin Gonsalves (domgonsa)" userId="a8b517bc-8a83-4bc1-bd8b-9971fd0116be" providerId="ADAL" clId="{5EE9145D-1DA1-525F-A231-E528B3531B1F}" dt="2026-10-30T02:02:05.403" v="727" actId="20577"/>
        <pc:sldMkLst>
          <pc:docMk/>
          <pc:sldMk cId="664600664" sldId="2147483647"/>
        </pc:sldMkLst>
        <pc:spChg chg="del">
          <ac:chgData name="Dominic Franklin Gonsalves (domgonsa)" userId="a8b517bc-8a83-4bc1-bd8b-9971fd0116be" providerId="ADAL" clId="{5EE9145D-1DA1-525F-A231-E528B3531B1F}" dt="2026-10-30T02:01:07.923" v="680" actId="478"/>
          <ac:spMkLst>
            <pc:docMk/>
            <pc:sldMk cId="664600664" sldId="2147483647"/>
            <ac:spMk id="2" creationId="{06D130F0-D35C-E39C-4B5E-E357745C9C48}"/>
          </ac:spMkLst>
        </pc:spChg>
        <pc:spChg chg="mod">
          <ac:chgData name="Dominic Franklin Gonsalves (domgonsa)" userId="a8b517bc-8a83-4bc1-bd8b-9971fd0116be" providerId="ADAL" clId="{5EE9145D-1DA1-525F-A231-E528B3531B1F}" dt="2026-10-30T02:02:05.403" v="727" actId="20577"/>
          <ac:spMkLst>
            <pc:docMk/>
            <pc:sldMk cId="664600664" sldId="2147483647"/>
            <ac:spMk id="3" creationId="{B688C3DF-F8EE-BD38-9C3B-2B17F48AB4B7}"/>
          </ac:spMkLst>
        </pc:spChg>
        <pc:spChg chg="mod">
          <ac:chgData name="Dominic Franklin Gonsalves (domgonsa)" userId="a8b517bc-8a83-4bc1-bd8b-9971fd0116be" providerId="ADAL" clId="{5EE9145D-1DA1-525F-A231-E528B3531B1F}" dt="2026-10-30T01:59:57.156" v="613"/>
          <ac:spMkLst>
            <pc:docMk/>
            <pc:sldMk cId="664600664" sldId="2147483647"/>
            <ac:spMk id="4" creationId="{ABB039EC-3CC8-66B4-326F-4B5A8F8470E2}"/>
          </ac:spMkLst>
        </pc:spChg>
        <pc:spChg chg="mod">
          <ac:chgData name="Dominic Franklin Gonsalves (domgonsa)" userId="a8b517bc-8a83-4bc1-bd8b-9971fd0116be" providerId="ADAL" clId="{5EE9145D-1DA1-525F-A231-E528B3531B1F}" dt="2026-10-30T02:00:37.399" v="619" actId="20577"/>
          <ac:spMkLst>
            <pc:docMk/>
            <pc:sldMk cId="664600664" sldId="2147483647"/>
            <ac:spMk id="5" creationId="{3A16D4FD-E3F0-B382-97A1-560804FB1646}"/>
          </ac:spMkLst>
        </pc:spChg>
        <pc:spChg chg="mod">
          <ac:chgData name="Dominic Franklin Gonsalves (domgonsa)" userId="a8b517bc-8a83-4bc1-bd8b-9971fd0116be" providerId="ADAL" clId="{5EE9145D-1DA1-525F-A231-E528B3531B1F}" dt="2026-10-30T02:01:03.557" v="679" actId="20577"/>
          <ac:spMkLst>
            <pc:docMk/>
            <pc:sldMk cId="664600664" sldId="2147483647"/>
            <ac:spMk id="6" creationId="{BD2224C1-061C-D1C3-0DCE-7B967AA5770F}"/>
          </ac:spMkLst>
        </pc:spChg>
        <pc:spChg chg="mod">
          <ac:chgData name="Dominic Franklin Gonsalves (domgonsa)" userId="a8b517bc-8a83-4bc1-bd8b-9971fd0116be" providerId="ADAL" clId="{5EE9145D-1DA1-525F-A231-E528B3531B1F}" dt="2026-10-30T01:57:37.361" v="594" actId="20577"/>
          <ac:spMkLst>
            <pc:docMk/>
            <pc:sldMk cId="664600664" sldId="2147483647"/>
            <ac:spMk id="7" creationId="{26DAE185-E842-E74A-6B68-AC61087031CB}"/>
          </ac:spMkLst>
        </pc:spChg>
      </pc:sldChg>
      <pc:sldMasterChg chg="modSldLayout">
        <pc:chgData name="Dominic Franklin Gonsalves (domgonsa)" userId="a8b517bc-8a83-4bc1-bd8b-9971fd0116be" providerId="ADAL" clId="{5EE9145D-1DA1-525F-A231-E528B3531B1F}" dt="2026-10-22T02:53:33.855" v="341" actId="478"/>
        <pc:sldMasterMkLst>
          <pc:docMk/>
          <pc:sldMasterMk cId="4026036687" sldId="2147484237"/>
        </pc:sldMasterMkLst>
        <pc:sldLayoutChg chg="delSp mod">
          <pc:chgData name="Dominic Franklin Gonsalves (domgonsa)" userId="a8b517bc-8a83-4bc1-bd8b-9971fd0116be" providerId="ADAL" clId="{5EE9145D-1DA1-525F-A231-E528B3531B1F}" dt="2026-10-22T02:53:33.855" v="341" actId="478"/>
          <pc:sldLayoutMkLst>
            <pc:docMk/>
            <pc:sldMasterMk cId="4026036687" sldId="2147484237"/>
            <pc:sldLayoutMk cId="508418670" sldId="2147484305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72104B-A22A-485F-8181-8B2CD5833538}" type="datetimeFigureOut">
              <a:rPr lang="en-US" smtClean="0"/>
              <a:t>10/30/26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BB4990-0A23-4A10-BE7D-7E64CAB85B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2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CiscoSansTT" panose="020B0503020201020303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F5174-1373-5563-BD55-7EC480F1F2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11E21B-A1D8-7398-D384-91CA7885E0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CC1F5-1D75-CCB2-B5C1-22F7AE7CC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C1515-8E61-5120-B636-FAE7C7E60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DBB4990-0A23-4A10-BE7D-7E64CAB85BE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44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48E714-415F-9E4F-A133-87D14C5DBD3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8063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/>
              <a:buChar char="•"/>
            </a:pPr>
            <a:r>
              <a:rPr lang="en-US"/>
              <a:t>And Gartner recognizes this challenge at both common and costly!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As we can see here, over 80% of organizations struggle with AI data quality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66% percent of data professionals aren't even trusting the data used to build AI applications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And then only 37% of organizations found efforts to actually improve data quality successful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Lastly, we see that data quality can costs organizations  roughly $12.9M per year on average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This can be daunting beyond belief. </a:t>
            </a:r>
          </a:p>
          <a:p>
            <a:pPr marL="171450" indent="-171450">
              <a:buFont typeface="Arial"/>
              <a:buChar char="•"/>
            </a:pPr>
            <a:r>
              <a:rPr lang="en-US"/>
              <a:t>Which is why today... we'd like to share with you how to set your CX strategy up for success, with a foundation of data and AI that works for your organization. </a:t>
            </a:r>
          </a:p>
          <a:p>
            <a:endParaRPr lang="en-US"/>
          </a:p>
          <a:p>
            <a:r>
              <a:rPr lang="en-US"/>
              <a:t>https://</a:t>
            </a:r>
            <a:r>
              <a:rPr lang="en-US" err="1"/>
              <a:t>www.gartner.com</a:t>
            </a:r>
            <a:r>
              <a:rPr lang="en-US"/>
              <a:t>/</a:t>
            </a:r>
            <a:r>
              <a:rPr lang="en-US" err="1"/>
              <a:t>en</a:t>
            </a:r>
            <a:r>
              <a:rPr lang="en-US"/>
              <a:t>/data-analytics/topics/data-quality?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A5EAD2-3190-7E41-919B-DC7B2A49C9D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5372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9b1e607b5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9b1e607b57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sco Live FY26 Title Slide 1, Two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2141538"/>
            <a:ext cx="7187184" cy="1593855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99" y="3741738"/>
            <a:ext cx="7187184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4271963"/>
            <a:ext cx="3416300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2613" y="4271963"/>
            <a:ext cx="3400425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6309360"/>
            <a:ext cx="4357688" cy="548640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707066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sco Live FY26 Title Slide 2, Four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579557"/>
            <a:ext cx="7187184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3133726"/>
            <a:ext cx="7187184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3664951"/>
            <a:ext cx="3597275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6438" y="3664951"/>
            <a:ext cx="3459162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421188"/>
            <a:ext cx="3597275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6438" y="4421188"/>
            <a:ext cx="3459162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6309360"/>
            <a:ext cx="4357688" cy="548640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101855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sco Live FY26 Title Slide 3, Six Speaker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1BA1A5-BDA4-7FEA-3EC4-1DBB3AD00F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1339908"/>
            <a:ext cx="7187184" cy="1554169"/>
          </a:xfrm>
        </p:spPr>
        <p:txBody>
          <a:bodyPr anchor="b" anchorCtr="0"/>
          <a:lstStyle>
            <a:lvl1pPr>
              <a:defRPr sz="36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DBA1600-2171-A996-0ADC-8B8C7BC4DE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2894077"/>
            <a:ext cx="7187184" cy="223837"/>
          </a:xfrm>
          <a:noFill/>
        </p:spPr>
        <p:txBody>
          <a:bodyPr/>
          <a:lstStyle>
            <a:lvl1pPr marL="0" indent="0">
              <a:buNone/>
              <a:defRPr lang="en-US" sz="1600" b="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</a:lstStyle>
          <a:p>
            <a:pPr marL="0" lv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</a:pPr>
            <a:r>
              <a:rPr lang="en-US" dirty="0"/>
              <a:t>Subtitle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6237E3-CDA3-4826-B416-A9C4ECE19D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3357563"/>
            <a:ext cx="3597274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EFF02C-63AA-C8DF-DF7B-EDA5A3CE61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6437" y="3357563"/>
            <a:ext cx="3459163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975F4503-6E14-DE87-30D2-13904F94B35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600" y="4104607"/>
            <a:ext cx="3597275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09DECD55-6AA1-8B80-F758-69B1E9337A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516438" y="4104607"/>
            <a:ext cx="3459162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989D1F9-5949-EAFF-931D-8121D6A66A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" y="4851651"/>
            <a:ext cx="3597275" cy="457200"/>
          </a:xfrm>
          <a:noFill/>
        </p:spPr>
        <p:txBody>
          <a:bodyPr/>
          <a:lstStyle>
            <a:lvl1pPr marL="0" indent="0">
              <a:spcAft>
                <a:spcPts val="0"/>
              </a:spcAft>
              <a:buNone/>
              <a:defRPr sz="14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3D1ACE7D-3D09-2D50-1C06-DBAD3893A9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16438" y="4851651"/>
            <a:ext cx="3468690" cy="457200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lang="en-US" sz="1400" kern="1200" dirty="0">
                <a:solidFill>
                  <a:schemeClr val="bg1"/>
                </a:solidFill>
                <a:latin typeface="+mn-lt"/>
                <a:ea typeface="ＭＳ Ｐゴシック" charset="0"/>
                <a:cs typeface="CiscoSan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Title placeholder, @social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43234AB-A4AA-B257-D87A-A9AEED608B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6309360"/>
            <a:ext cx="3906838" cy="548640"/>
          </a:xfrm>
          <a:noFill/>
        </p:spPr>
        <p:txBody>
          <a:bodyPr/>
          <a:lstStyle>
            <a:lvl1pPr marL="0" indent="0">
              <a:buNone/>
              <a:defRPr sz="14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852241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98488"/>
            <a:ext cx="2780324" cy="51625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Agenda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66DE8E-18DA-4564-080D-AD4F9F492D6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81551" y="598488"/>
            <a:ext cx="550862" cy="365125"/>
          </a:xfrm>
        </p:spPr>
        <p:txBody>
          <a:bodyPr vert="horz" lIns="0" tIns="0" rIns="0" bIns="0" rtlCol="0" anchor="t" anchorCtr="0"/>
          <a:lstStyle>
            <a:lvl1pPr marL="0" indent="0">
              <a:lnSpc>
                <a:spcPct val="90000"/>
              </a:lnSpc>
              <a:buNone/>
              <a:defRPr kumimoji="0" lang="en-US" sz="3200" b="0" i="0" u="none" strike="noStrike" cap="none" spc="27" normalizeH="0" baseline="0" dirty="0" smtClean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+mj-lt"/>
                <a:cs typeface="CiscoSansTT Light" panose="020B0503020201020303" pitchFamily="34" charset="0"/>
              </a:defRPr>
            </a:lvl1pPr>
          </a:lstStyle>
          <a:p>
            <a:pPr marL="0" lvl="0" algn="r" defTabSz="914400" latinLnBrk="0"/>
            <a:r>
              <a:rPr lang="en-US" dirty="0"/>
              <a:t>##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264" y="598488"/>
            <a:ext cx="5651500" cy="365125"/>
          </a:xfrm>
          <a:noFill/>
        </p:spPr>
        <p:txBody>
          <a:bodyPr anchor="t" anchorCtr="0"/>
          <a:lstStyle>
            <a:lvl1pPr marL="0" indent="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Tx/>
              <a:buSzPct val="70000"/>
              <a:buFont typeface="Arial" panose="020B0604020202020204" pitchFamily="34" charset="0"/>
              <a:buNone/>
              <a:defRPr lang="en-US" sz="32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35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A470DCA-01D3-75CC-4B81-AF6AC1F46C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1604962"/>
            <a:ext cx="4710113" cy="3648075"/>
          </a:xfrm>
        </p:spPr>
        <p:txBody>
          <a:bodyPr rIns="0" anchor="ctr" anchorCtr="0"/>
          <a:lstStyle>
            <a:lvl1pPr>
              <a:defRPr/>
            </a:lvl1pPr>
          </a:lstStyle>
          <a:p>
            <a:r>
              <a:rPr lang="en-US" dirty="0"/>
              <a:t>Agenda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1C779-BAEC-654A-5E9A-684AEBA7E39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51650" y="996156"/>
            <a:ext cx="4710113" cy="4865688"/>
          </a:xfrm>
          <a:noFill/>
        </p:spPr>
        <p:txBody>
          <a:bodyPr anchor="ctr" anchorCtr="0"/>
          <a:lstStyle>
            <a:lvl1pPr marL="640080" indent="-640080" algn="l" defTabSz="912276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ts val="1000"/>
              </a:spcAft>
              <a:buClr>
                <a:schemeClr val="tx2">
                  <a:lumMod val="50000"/>
                </a:schemeClr>
              </a:buClr>
              <a:buSzPct val="100000"/>
              <a:buFont typeface="+mj-lt"/>
              <a:buAutoNum type="arabicPeriod"/>
              <a:defRPr lang="en-US" sz="2400" b="0" i="0" u="none" kern="1200" dirty="0">
                <a:solidFill>
                  <a:schemeClr val="bg1"/>
                </a:solidFill>
                <a:latin typeface="+mj-lt"/>
                <a:ea typeface="CiscoSansTT Thin" charset="0"/>
                <a:cs typeface="CiscoSansTT Thin" charset="0"/>
              </a:defRPr>
            </a:lvl1pPr>
          </a:lstStyle>
          <a:p>
            <a:pPr lvl="0"/>
            <a:r>
              <a:rPr lang="en-US" dirty="0"/>
              <a:t>Agenda list placeholder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37F1A5-67B6-4A78-7FA7-0860E1B6F9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00302-2202-F22C-D162-871BF904F4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227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C58A35-AF6F-1BDB-E549-D72809E70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75125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071"/>
            <a:ext cx="54864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C7862C-3CAA-E974-BA59-E1617CAB1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4008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 Title, Top Sub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32414" y="598488"/>
            <a:ext cx="6229350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Subheading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60DFE2-2A80-39EE-DC76-5F8768696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4357687" cy="923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4344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5486400" cy="767646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069300-713C-B484-3118-78688CA2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10952163" cy="4924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828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, 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548640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A259C3D-581C-B8BC-32B4-EE2B22A753A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396583"/>
            <a:ext cx="5486400" cy="443331"/>
          </a:xfrm>
        </p:spPr>
        <p:txBody>
          <a:bodyPr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991B70-B6FD-B992-F7B8-1F4F0B5C9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964"/>
            <a:ext cx="10952163" cy="4924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073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577215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530066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886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, Section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5376922-1A18-EB35-1718-708DF44FBF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0"/>
            <a:ext cx="577215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824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51650" y="1244600"/>
            <a:ext cx="4710113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3B0377C-E9B5-910F-ED3D-37BEFE79488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0"/>
            <a:ext cx="548640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200"/>
            </a:lvl2pPr>
            <a:lvl3pPr marL="365760" indent="0">
              <a:buNone/>
              <a:defRPr sz="1200"/>
            </a:lvl3pPr>
            <a:lvl4pPr marL="548640" indent="0">
              <a:buNone/>
              <a:defRPr sz="1200"/>
            </a:lvl4pPr>
            <a:lvl5pPr marL="731520" indent="0">
              <a:buNone/>
              <a:defRPr sz="1200"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341496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185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Body Cop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125826-3231-68F4-7FEE-8A01F6F42B5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851650" y="1244600"/>
            <a:ext cx="4710113" cy="4367213"/>
          </a:xfrm>
        </p:spPr>
        <p:txBody>
          <a:bodyPr anchor="ctr" anchorCtr="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722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1 Column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7953DF5-78A1-7006-522C-1EF18B91AD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09600" y="1533525"/>
            <a:ext cx="10952163" cy="454183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899C22-B329-0767-B70E-5DCF991C7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5492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2 Columns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" y="2446338"/>
            <a:ext cx="5300664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1739" y="2448718"/>
            <a:ext cx="5280024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609038-AEF1-DE86-E650-F3C2AE55E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38382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1" y="1091254"/>
            <a:ext cx="5486399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599" y="2443958"/>
            <a:ext cx="5300664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81739" y="2446338"/>
            <a:ext cx="5280024" cy="1868488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13CD03-0A9C-19E2-A594-1F1B858B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2711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4430"/>
            <a:ext cx="54864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449831"/>
            <a:ext cx="3416300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92613" y="2449831"/>
            <a:ext cx="3400425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66102" y="2451418"/>
            <a:ext cx="3395661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8EAF11-F2DC-F191-3E6D-1D36DBDC2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50956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4430"/>
            <a:ext cx="54864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599" y="2451418"/>
            <a:ext cx="2468879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48049" y="2451418"/>
            <a:ext cx="2462214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79834" y="2451418"/>
            <a:ext cx="2445066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115425" y="2451418"/>
            <a:ext cx="2445067" cy="2495550"/>
          </a:xfrm>
        </p:spPr>
        <p:txBody>
          <a:bodyPr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B29E2-5053-B63C-DD7B-2E5092CC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76203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5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4430"/>
            <a:ext cx="54864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AFF7876-DE6D-49C2-DD58-608A9798B3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0" y="2451418"/>
            <a:ext cx="192024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2DBF3C-0929-006D-E549-2D8EABB3CA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67581" y="2451418"/>
            <a:ext cx="192024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B163D847-B2CC-D10C-474F-9374B33501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25562" y="2451418"/>
            <a:ext cx="192024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DDFF45C9-081C-CA2E-F4A7-8383A93B6B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83543" y="2451418"/>
            <a:ext cx="1920240" cy="249555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B7038BF-5DE9-94EF-1E39-92627DD8AC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41523" y="2453005"/>
            <a:ext cx="1920240" cy="2493963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491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2F527-D3DE-AC74-81B7-3FA95B30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8811"/>
            <a:ext cx="4722813" cy="93471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07430" y="622300"/>
            <a:ext cx="5454333" cy="5473699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55448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48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FEB9F-E393-766C-F86A-CC59CC81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8811"/>
            <a:ext cx="6424613" cy="4924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93038" y="628650"/>
            <a:ext cx="3768725" cy="546735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3716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05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70A44-9147-6EC4-DA39-B28EB961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3416300" cy="15427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FBFEB48-5190-C5F8-C046-27E12C0DAE6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392613" y="622300"/>
            <a:ext cx="7169150" cy="547370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2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16187"/>
            <a:ext cx="4722813" cy="1825625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03A889C-4BCD-59AA-132B-C3FD4F8E65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622300"/>
            <a:ext cx="5465763" cy="547370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6076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3 Slide Title, Section, Body, 2/3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1" y="-2"/>
            <a:ext cx="3416299" cy="768096"/>
          </a:xfrm>
        </p:spPr>
        <p:txBody>
          <a:bodyPr anchor="b" anchorCtr="0"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3416300" cy="184943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6653D0B-638B-EB5D-F379-EF10C80DCC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09602" y="3054350"/>
            <a:ext cx="3416298" cy="3041650"/>
          </a:xfrm>
        </p:spPr>
        <p:txBody>
          <a:bodyPr anchor="b" anchorCtr="0"/>
          <a:lstStyle>
            <a:lvl1pPr marL="0" indent="0">
              <a:buNone/>
              <a:defRPr sz="160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798C8AA3-6350-A299-E288-D693A8EC893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392613" y="622300"/>
            <a:ext cx="7169150" cy="5473700"/>
          </a:xfrm>
          <a:prstGeom prst="roundRect">
            <a:avLst>
              <a:gd name="adj" fmla="val 1618"/>
            </a:avLst>
          </a:prstGeom>
          <a:solidFill>
            <a:schemeClr val="bg1">
              <a:alpha val="10000"/>
            </a:schemeClr>
          </a:solidFill>
        </p:spPr>
        <p:txBody>
          <a:bodyPr tIns="146304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481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Section, Title 1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9785467-C0DB-C17E-5173-C6C6A323A1C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0"/>
            <a:ext cx="4722813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  <a:lvl2pPr marL="182880" indent="0">
              <a:buNone/>
              <a:defRPr sz="1100"/>
            </a:lvl2pPr>
            <a:lvl3pPr marL="365760" indent="0">
              <a:buNone/>
              <a:defRPr sz="1050"/>
            </a:lvl3pPr>
            <a:lvl4pPr marL="548640" indent="0">
              <a:buNone/>
              <a:defRPr sz="1000"/>
            </a:lvl4pPr>
            <a:lvl5pPr marL="731520" indent="0">
              <a:buNone/>
              <a:defRPr sz="900"/>
            </a:lvl5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4722813" cy="1247775"/>
          </a:xfrm>
        </p:spPr>
        <p:txBody>
          <a:bodyPr wrap="square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2739B37-658D-FBF5-94C3-66EECB73F7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1" y="622300"/>
            <a:ext cx="5465762" cy="5473700"/>
          </a:xfrm>
          <a:prstGeom prst="roundRect">
            <a:avLst>
              <a:gd name="adj" fmla="val 1714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46304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</a:t>
            </a:r>
            <a:br>
              <a:rPr lang="en-US" dirty="0"/>
            </a:br>
            <a:r>
              <a:rPr lang="en-US" dirty="0"/>
              <a:t>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8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C212B-AD90-980D-6847-5509CF523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" y="1228724"/>
            <a:ext cx="10952163" cy="4867275"/>
          </a:xfrm>
          <a:prstGeom prst="roundRect">
            <a:avLst>
              <a:gd name="adj" fmla="val 1503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1581213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622B643-6BB6-9CEB-96C0-C17D489BE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1254"/>
            <a:ext cx="1154430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99D23610-D323-6271-753B-C40A3678BD6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533525"/>
            <a:ext cx="10952163" cy="4562475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18872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47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, Title, Full Margin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8AB58A4-E099-9FBA-C32F-D0D994BC76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" y="-2"/>
            <a:ext cx="5772150" cy="768096"/>
          </a:xfrm>
        </p:spPr>
        <p:txBody>
          <a:bodyPr anchor="b" anchorCtr="0"/>
          <a:lstStyle>
            <a:lvl1pPr marL="0" indent="0">
              <a:buNone/>
              <a:defRPr sz="1200"/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5"/>
            <a:ext cx="11544300" cy="49244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E170B322-9DD5-07FB-D258-3DA95EF8E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533524"/>
            <a:ext cx="10952163" cy="4562475"/>
          </a:xfrm>
          <a:prstGeom prst="roundRect">
            <a:avLst>
              <a:gd name="adj" fmla="val 1897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28016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83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925514"/>
            <a:ext cx="8794750" cy="944562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168980-BFE5-40AF-63BF-9DB031B379C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BRKSEC-XXXX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7B9760-CDAA-BC58-F236-F1837F40C2D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2CAC73-12F8-86AD-1D7A-9913DB28D827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7" name="Picture 7" descr="Cisco Logo">
            <a:extLst>
              <a:ext uri="{FF2B5EF4-FFF2-40B4-BE49-F238E27FC236}">
                <a16:creationId xmlns:a16="http://schemas.microsoft.com/office/drawing/2014/main" id="{39F6522E-7BA9-0D65-717C-3C48F0D973E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11519" y="6309995"/>
            <a:ext cx="348061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325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Photo,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2" y="4540250"/>
            <a:ext cx="10747375" cy="1071563"/>
          </a:xfrm>
        </p:spPr>
        <p:txBody>
          <a:bodyPr anchor="b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2B3662-521E-BD29-E931-DDEF41848318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3BCDE989-A040-4852-2346-B88DF85F095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11519" y="6309995"/>
            <a:ext cx="348061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23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Bleed Photo, 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446338"/>
            <a:ext cx="10952162" cy="2127249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2B3662-521E-BD29-E931-DDEF41848318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12" name="Picture 7" descr="Cisco Logo">
            <a:extLst>
              <a:ext uri="{FF2B5EF4-FFF2-40B4-BE49-F238E27FC236}">
                <a16:creationId xmlns:a16="http://schemas.microsoft.com/office/drawing/2014/main" id="{3BCDE989-A040-4852-2346-B88DF85F0958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11519" y="6309995"/>
            <a:ext cx="348061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32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  <p:txBody>
          <a:bodyPr tIns="21031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768096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8625" y="1076961"/>
            <a:ext cx="8794750" cy="105949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0A79D48-FE5D-A65B-67C8-07534C1A4115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pic>
        <p:nvPicPr>
          <p:cNvPr id="10" name="Picture 7" descr="Cisco Logo">
            <a:extLst>
              <a:ext uri="{FF2B5EF4-FFF2-40B4-BE49-F238E27FC236}">
                <a16:creationId xmlns:a16="http://schemas.microsoft.com/office/drawing/2014/main" id="{732F90E1-9F8F-7BAF-4AD6-A0FB027F075F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211519" y="6309995"/>
            <a:ext cx="348061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803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-bleed Photo, Section, Titl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97038" y="-7937"/>
            <a:ext cx="8794750" cy="768096"/>
          </a:xfrm>
        </p:spPr>
        <p:txBody>
          <a:bodyPr anchor="b" anchorCtr="0"/>
          <a:lstStyle>
            <a:lvl1pPr marL="0" indent="0" algn="ctr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038" y="1076960"/>
            <a:ext cx="8794750" cy="79311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125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pper 2/3 Photo, Section,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CFD4AF9-7F36-FA7F-469A-A71DBA5AF53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-7937"/>
            <a:ext cx="12192000" cy="4581525"/>
          </a:xfrm>
          <a:prstGeom prst="roundRect">
            <a:avLst>
              <a:gd name="adj" fmla="val 0"/>
            </a:avLst>
          </a:prstGeom>
          <a:solidFill>
            <a:schemeClr val="bg1">
              <a:alpha val="10000"/>
            </a:schemeClr>
          </a:solidFill>
        </p:spPr>
        <p:txBody>
          <a:bodyPr vert="horz" lIns="0" tIns="1371600" rIns="0" bIns="0" rtlCol="0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 dirty="0"/>
              <a:t>To add your image, drag and drop it here </a:t>
            </a:r>
            <a:br>
              <a:rPr lang="en-US" dirty="0"/>
            </a:br>
            <a:r>
              <a:rPr lang="en-US" dirty="0"/>
              <a:t>or click the icon below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FE21AB-8C85-5F58-60F8-E68917124A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-7937"/>
            <a:ext cx="8326438" cy="768096"/>
          </a:xfrm>
        </p:spPr>
        <p:txBody>
          <a:bodyPr anchor="b" anchorCtr="0"/>
          <a:lstStyle>
            <a:lvl1pPr marL="0" indent="0" algn="l">
              <a:buNone/>
              <a:defRPr sz="1200"/>
            </a:lvl1pPr>
            <a:lvl2pPr algn="ctr">
              <a:defRPr sz="1400"/>
            </a:lvl2pPr>
            <a:lvl3pPr algn="ctr">
              <a:defRPr sz="1200"/>
            </a:lvl3pPr>
            <a:lvl4pPr algn="ctr">
              <a:defRPr sz="1100"/>
            </a:lvl4pPr>
            <a:lvl5pPr algn="ctr">
              <a:defRPr sz="1050"/>
            </a:lvl5pPr>
          </a:lstStyle>
          <a:p>
            <a:pPr lvl="0"/>
            <a:r>
              <a:rPr lang="en-US" dirty="0"/>
              <a:t>Section title placeholder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4349D14-3B3C-D0C6-6DFD-8321479B2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4878388"/>
            <a:ext cx="8326438" cy="119697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5C7D8B-10D2-2133-F08F-266FA09AD87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5F3EDC-58FE-7AC5-F13A-6FDE8EDA83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2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1122680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gradFill flip="none" rotWithShape="1">
              <a:gsLst>
                <a:gs pos="0">
                  <a:srgbClr val="009DE2"/>
                </a:gs>
                <a:gs pos="100000">
                  <a:schemeClr val="accent2">
                    <a:lumMod val="75000"/>
                  </a:schemeClr>
                </a:gs>
              </a:gsLst>
              <a:lin ang="2700000" scaled="1"/>
              <a:tileRect/>
            </a:gra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6863" y="1836738"/>
            <a:ext cx="9050337" cy="2214561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66863" y="4271963"/>
            <a:ext cx="9050337" cy="7143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072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4" descr="Quotation Mark">
            <a:extLst>
              <a:ext uri="{FF2B5EF4-FFF2-40B4-BE49-F238E27FC236}">
                <a16:creationId xmlns:a16="http://schemas.microsoft.com/office/drawing/2014/main" id="{4B52BC46-48EA-B916-39B5-C5FF3FB612BC}"/>
              </a:ext>
            </a:extLst>
          </p:cNvPr>
          <p:cNvSpPr/>
          <p:nvPr/>
        </p:nvSpPr>
        <p:spPr>
          <a:xfrm>
            <a:off x="5731161" y="927046"/>
            <a:ext cx="516694" cy="416701"/>
          </a:xfrm>
          <a:custGeom>
            <a:avLst/>
            <a:gdLst>
              <a:gd name="connsiteX0" fmla="*/ 418890 w 728197"/>
              <a:gd name="connsiteY0" fmla="*/ 587273 h 587273"/>
              <a:gd name="connsiteX1" fmla="*/ 383998 w 728197"/>
              <a:gd name="connsiteY1" fmla="*/ 552884 h 587273"/>
              <a:gd name="connsiteX2" fmla="*/ 383998 w 728197"/>
              <a:gd name="connsiteY2" fmla="*/ 552793 h 587273"/>
              <a:gd name="connsiteX3" fmla="*/ 383998 w 728197"/>
              <a:gd name="connsiteY3" fmla="*/ 367917 h 587273"/>
              <a:gd name="connsiteX4" fmla="*/ 513570 w 728197"/>
              <a:gd name="connsiteY4" fmla="*/ 79508 h 587273"/>
              <a:gd name="connsiteX5" fmla="*/ 728198 w 728197"/>
              <a:gd name="connsiteY5" fmla="*/ 0 h 587273"/>
              <a:gd name="connsiteX6" fmla="*/ 728198 w 728197"/>
              <a:gd name="connsiteY6" fmla="*/ 134713 h 587273"/>
              <a:gd name="connsiteX7" fmla="*/ 583354 w 728197"/>
              <a:gd name="connsiteY7" fmla="*/ 316104 h 587273"/>
              <a:gd name="connsiteX8" fmla="*/ 658414 w 728197"/>
              <a:gd name="connsiteY8" fmla="*/ 316104 h 587273"/>
              <a:gd name="connsiteX9" fmla="*/ 693398 w 728197"/>
              <a:gd name="connsiteY9" fmla="*/ 350585 h 587273"/>
              <a:gd name="connsiteX10" fmla="*/ 693398 w 728197"/>
              <a:gd name="connsiteY10" fmla="*/ 350677 h 587273"/>
              <a:gd name="connsiteX11" fmla="*/ 693398 w 728197"/>
              <a:gd name="connsiteY11" fmla="*/ 552426 h 587273"/>
              <a:gd name="connsiteX12" fmla="*/ 658599 w 728197"/>
              <a:gd name="connsiteY12" fmla="*/ 586907 h 587273"/>
              <a:gd name="connsiteX13" fmla="*/ 658506 w 728197"/>
              <a:gd name="connsiteY13" fmla="*/ 586907 h 587273"/>
              <a:gd name="connsiteX14" fmla="*/ 34892 w 728197"/>
              <a:gd name="connsiteY14" fmla="*/ 587273 h 587273"/>
              <a:gd name="connsiteX15" fmla="*/ 0 w 728197"/>
              <a:gd name="connsiteY15" fmla="*/ 552884 h 587273"/>
              <a:gd name="connsiteX16" fmla="*/ 0 w 728197"/>
              <a:gd name="connsiteY16" fmla="*/ 552793 h 587273"/>
              <a:gd name="connsiteX17" fmla="*/ 0 w 728197"/>
              <a:gd name="connsiteY17" fmla="*/ 367917 h 587273"/>
              <a:gd name="connsiteX18" fmla="*/ 129573 w 728197"/>
              <a:gd name="connsiteY18" fmla="*/ 79508 h 587273"/>
              <a:gd name="connsiteX19" fmla="*/ 344200 w 728197"/>
              <a:gd name="connsiteY19" fmla="*/ 0 h 587273"/>
              <a:gd name="connsiteX20" fmla="*/ 344200 w 728197"/>
              <a:gd name="connsiteY20" fmla="*/ 134713 h 587273"/>
              <a:gd name="connsiteX21" fmla="*/ 198986 w 728197"/>
              <a:gd name="connsiteY21" fmla="*/ 316104 h 587273"/>
              <a:gd name="connsiteX22" fmla="*/ 274046 w 728197"/>
              <a:gd name="connsiteY22" fmla="*/ 316104 h 587273"/>
              <a:gd name="connsiteX23" fmla="*/ 308938 w 728197"/>
              <a:gd name="connsiteY23" fmla="*/ 350677 h 587273"/>
              <a:gd name="connsiteX24" fmla="*/ 308938 w 728197"/>
              <a:gd name="connsiteY24" fmla="*/ 552426 h 587273"/>
              <a:gd name="connsiteX25" fmla="*/ 274138 w 728197"/>
              <a:gd name="connsiteY25" fmla="*/ 586907 h 587273"/>
              <a:gd name="connsiteX26" fmla="*/ 274046 w 728197"/>
              <a:gd name="connsiteY26" fmla="*/ 586907 h 587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728197" h="587273">
                <a:moveTo>
                  <a:pt x="418890" y="587273"/>
                </a:moveTo>
                <a:cubicBezTo>
                  <a:pt x="399670" y="587324"/>
                  <a:pt x="384048" y="571928"/>
                  <a:pt x="383998" y="552884"/>
                </a:cubicBezTo>
                <a:cubicBezTo>
                  <a:pt x="383998" y="552854"/>
                  <a:pt x="383998" y="552823"/>
                  <a:pt x="383998" y="552793"/>
                </a:cubicBezTo>
                <a:lnTo>
                  <a:pt x="383998" y="367917"/>
                </a:lnTo>
                <a:cubicBezTo>
                  <a:pt x="383998" y="240082"/>
                  <a:pt x="427189" y="143945"/>
                  <a:pt x="513570" y="79508"/>
                </a:cubicBezTo>
                <a:cubicBezTo>
                  <a:pt x="571693" y="35795"/>
                  <a:pt x="643235" y="9292"/>
                  <a:pt x="728198" y="0"/>
                </a:cubicBezTo>
                <a:lnTo>
                  <a:pt x="728198" y="134713"/>
                </a:lnTo>
                <a:cubicBezTo>
                  <a:pt x="631694" y="155439"/>
                  <a:pt x="583419" y="215902"/>
                  <a:pt x="583354" y="316104"/>
                </a:cubicBezTo>
                <a:lnTo>
                  <a:pt x="658414" y="316104"/>
                </a:lnTo>
                <a:cubicBezTo>
                  <a:pt x="677683" y="316054"/>
                  <a:pt x="693343" y="331491"/>
                  <a:pt x="693398" y="350585"/>
                </a:cubicBezTo>
                <a:cubicBezTo>
                  <a:pt x="693398" y="350615"/>
                  <a:pt x="693398" y="350646"/>
                  <a:pt x="693398" y="350677"/>
                </a:cubicBezTo>
                <a:lnTo>
                  <a:pt x="693398" y="552426"/>
                </a:lnTo>
                <a:cubicBezTo>
                  <a:pt x="693398" y="571469"/>
                  <a:pt x="677822" y="586907"/>
                  <a:pt x="658599" y="586907"/>
                </a:cubicBezTo>
                <a:cubicBezTo>
                  <a:pt x="658571" y="586907"/>
                  <a:pt x="658534" y="586907"/>
                  <a:pt x="658506" y="586907"/>
                </a:cubicBezTo>
                <a:close/>
                <a:moveTo>
                  <a:pt x="34892" y="587273"/>
                </a:moveTo>
                <a:cubicBezTo>
                  <a:pt x="15673" y="587324"/>
                  <a:pt x="51" y="571928"/>
                  <a:pt x="0" y="552884"/>
                </a:cubicBezTo>
                <a:cubicBezTo>
                  <a:pt x="0" y="552854"/>
                  <a:pt x="0" y="552823"/>
                  <a:pt x="0" y="552793"/>
                </a:cubicBezTo>
                <a:lnTo>
                  <a:pt x="0" y="367917"/>
                </a:lnTo>
                <a:cubicBezTo>
                  <a:pt x="0" y="240082"/>
                  <a:pt x="43191" y="143945"/>
                  <a:pt x="129573" y="79508"/>
                </a:cubicBezTo>
                <a:cubicBezTo>
                  <a:pt x="187695" y="35795"/>
                  <a:pt x="259238" y="9292"/>
                  <a:pt x="344200" y="0"/>
                </a:cubicBezTo>
                <a:lnTo>
                  <a:pt x="344200" y="134713"/>
                </a:lnTo>
                <a:cubicBezTo>
                  <a:pt x="247391" y="155439"/>
                  <a:pt x="198986" y="215902"/>
                  <a:pt x="198986" y="316104"/>
                </a:cubicBezTo>
                <a:lnTo>
                  <a:pt x="274046" y="316104"/>
                </a:lnTo>
                <a:cubicBezTo>
                  <a:pt x="293316" y="316104"/>
                  <a:pt x="308938" y="331583"/>
                  <a:pt x="308938" y="350677"/>
                </a:cubicBezTo>
                <a:lnTo>
                  <a:pt x="308938" y="552426"/>
                </a:lnTo>
                <a:cubicBezTo>
                  <a:pt x="308938" y="571469"/>
                  <a:pt x="293358" y="586907"/>
                  <a:pt x="274138" y="586907"/>
                </a:cubicBezTo>
                <a:cubicBezTo>
                  <a:pt x="274108" y="586907"/>
                  <a:pt x="274076" y="586907"/>
                  <a:pt x="274046" y="586907"/>
                </a:cubicBezTo>
                <a:close/>
              </a:path>
            </a:pathLst>
          </a:custGeom>
          <a:noFill/>
          <a:ln w="15875" cap="flat">
            <a:solidFill>
              <a:srgbClr val="009DE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6863" y="1706879"/>
            <a:ext cx="9050337" cy="2174875"/>
          </a:xfrm>
        </p:spPr>
        <p:txBody>
          <a:bodyPr/>
          <a:lstStyle>
            <a:lvl1pPr algn="ctr">
              <a:defRPr sz="4000"/>
            </a:lvl1pPr>
          </a:lstStyle>
          <a:p>
            <a:r>
              <a:rPr lang="en-US" dirty="0"/>
              <a:t>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consectetuer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</a:t>
            </a:r>
            <a:r>
              <a:rPr lang="en-GB" dirty="0" err="1"/>
              <a:t>nonummy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 dolore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66863" y="4191318"/>
            <a:ext cx="9050337" cy="625475"/>
          </a:xfrm>
        </p:spPr>
        <p:txBody>
          <a:bodyPr/>
          <a:lstStyle>
            <a:lvl1pPr marL="0" indent="0" algn="ctr">
              <a:lnSpc>
                <a:spcPct val="110000"/>
              </a:lnSpc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97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68BC5-9F97-A637-CA24-35B03B63AA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449705"/>
            <a:ext cx="5465763" cy="3283903"/>
          </a:xfrm>
        </p:spPr>
        <p:txBody>
          <a:bodyPr anchor="b" anchorCtr="0"/>
          <a:lstStyle>
            <a:lvl1pPr algn="l">
              <a:defRPr sz="4000"/>
            </a:lvl1pPr>
          </a:lstStyle>
          <a:p>
            <a:r>
              <a:rPr lang="en-US" dirty="0"/>
              <a:t>“Quote slide 1, </a:t>
            </a:r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,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diam</a:t>
            </a:r>
            <a:r>
              <a:rPr lang="en-GB" dirty="0"/>
              <a:t> no </a:t>
            </a:r>
            <a:r>
              <a:rPr lang="en-GB" dirty="0" err="1"/>
              <a:t>nummy</a:t>
            </a:r>
            <a:r>
              <a:rPr lang="en-GB" dirty="0"/>
              <a:t> </a:t>
            </a:r>
            <a:r>
              <a:rPr lang="en-GB" dirty="0" err="1"/>
              <a:t>nibh</a:t>
            </a:r>
            <a:r>
              <a:rPr lang="en-GB" dirty="0"/>
              <a:t> </a:t>
            </a:r>
            <a:r>
              <a:rPr lang="en-GB" dirty="0" err="1"/>
              <a:t>euismod</a:t>
            </a:r>
            <a:r>
              <a:rPr lang="en-GB" dirty="0"/>
              <a:t> </a:t>
            </a:r>
            <a:r>
              <a:rPr lang="en-GB" dirty="0" err="1"/>
              <a:t>tincidunt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 </a:t>
            </a:r>
            <a:r>
              <a:rPr lang="en-GB" dirty="0" err="1"/>
              <a:t>laoreet</a:t>
            </a:r>
            <a:r>
              <a:rPr lang="en-GB" dirty="0"/>
              <a:t>”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E765B2C-5060-1909-C557-ADA0DD5D99D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5999" y="4733608"/>
            <a:ext cx="5465763" cy="673417"/>
          </a:xfrm>
        </p:spPr>
        <p:txBody>
          <a:bodyPr tIns="91440"/>
          <a:lstStyle>
            <a:lvl1pPr marL="0" indent="0" algn="l">
              <a:spcAft>
                <a:spcPts val="0"/>
              </a:spcAft>
              <a:buNone/>
              <a:defRPr sz="2000"/>
            </a:lvl1pPr>
          </a:lstStyle>
          <a:p>
            <a:pPr lvl="0"/>
            <a:r>
              <a:rPr lang="en-US" dirty="0"/>
              <a:t>Speaker Name</a:t>
            </a:r>
          </a:p>
          <a:p>
            <a:pPr lvl="0"/>
            <a:r>
              <a:rPr lang="en-US" dirty="0"/>
              <a:t>Speaker Role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FC5C-7657-95D9-3E3C-A05AC680CB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99777-CA26-AFF0-62B3-9D957F6FDE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027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Statement 1, Title, Sub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BE3366F-F43E-6996-B128-0A001300FD2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tIns="27432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Image placeholder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6B6A35-8740-9D1E-A189-71BC5C742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538" y="952501"/>
            <a:ext cx="7954962" cy="1493838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41538" y="2446339"/>
            <a:ext cx="7954961" cy="982661"/>
          </a:xfrm>
        </p:spPr>
        <p:txBody>
          <a:bodyPr tIns="91440"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3969-9100-4398-1394-9B9B34222C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CFB270-12CC-4B92-85FD-B7710644F26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55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Slide, Title, Body Copy, Graphi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2D1E1-C16C-597A-29F4-4F0B5903957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4680" y="1836738"/>
            <a:ext cx="5295583" cy="923925"/>
          </a:xfrm>
        </p:spPr>
        <p:txBody>
          <a:bodyPr/>
          <a:lstStyle>
            <a:lvl1pPr marL="0" indent="0">
              <a:buNone/>
              <a:defRPr sz="1800" b="0"/>
            </a:lvl1pPr>
            <a:lvl2pPr marL="182880" indent="0">
              <a:buNone/>
              <a:defRPr sz="1600" b="0"/>
            </a:lvl2pPr>
            <a:lvl3pPr marL="365760" indent="0">
              <a:buNone/>
              <a:defRPr sz="1400" b="0"/>
            </a:lvl3pPr>
            <a:lvl4pPr marL="548640" indent="0">
              <a:buNone/>
              <a:defRPr sz="1200" b="0"/>
            </a:lvl4pPr>
            <a:lvl5pPr marL="731520" indent="0">
              <a:buNone/>
              <a:defRPr sz="1100" b="0"/>
            </a:lvl5pPr>
          </a:lstStyle>
          <a:p>
            <a:pPr lvl="0"/>
            <a:r>
              <a:rPr lang="en-US" dirty="0"/>
              <a:t>Body copy placeholder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599622-5FA2-FEEE-3C33-0A896ADDB12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115741-2370-FD45-DBFB-7AEDA1FA0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98811"/>
            <a:ext cx="5300662" cy="4924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850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EC50E13-06E5-F6BB-7667-EE8E9893D0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005315C-F3C4-4817-6DB5-825E9E8E9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</p:spTree>
    <p:extLst>
      <p:ext uri="{BB962C8B-B14F-4D97-AF65-F5344CB8AC3E}">
        <p14:creationId xmlns:p14="http://schemas.microsoft.com/office/powerpoint/2010/main" val="3201895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Char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93E95-97AC-BE2D-58F1-C13BEF74B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902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9" name="Chart Placeholder 8">
            <a:extLst>
              <a:ext uri="{FF2B5EF4-FFF2-40B4-BE49-F238E27FC236}">
                <a16:creationId xmlns:a16="http://schemas.microsoft.com/office/drawing/2014/main" id="{BD67761C-12AC-06B4-1032-66C47B765FE0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609601" y="1533526"/>
            <a:ext cx="10952162" cy="4562474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142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E74D6FA-95EE-1CAF-BEA5-F32D06BA6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CDE918-878C-B6E2-7015-CE4BF7A0B7F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902"/>
            <a:ext cx="5772150" cy="292100"/>
          </a:xfrm>
        </p:spPr>
        <p:txBody>
          <a:bodyPr/>
          <a:lstStyle>
            <a:lvl1pPr marL="0" indent="0">
              <a:buNone/>
              <a:defRPr sz="1600" b="0"/>
            </a:lvl1pPr>
            <a:lvl2pPr marL="182880" indent="0">
              <a:buNone/>
              <a:defRPr sz="1400"/>
            </a:lvl2pPr>
            <a:lvl3pPr marL="365760" indent="0">
              <a:buNone/>
              <a:defRPr sz="1200"/>
            </a:lvl3pPr>
            <a:lvl4pPr marL="548640" indent="0">
              <a:buNone/>
              <a:defRPr sz="1100"/>
            </a:lvl4pPr>
            <a:lvl5pPr marL="731520" indent="0">
              <a:buNone/>
              <a:defRPr sz="1050"/>
            </a:lvl5pPr>
          </a:lstStyle>
          <a:p>
            <a:pPr lvl="0"/>
            <a:r>
              <a:rPr lang="en-US" dirty="0"/>
              <a:t>Subtitle placeholder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B0E688F9-03DF-D354-A8AF-EF5349F39C6B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609600" y="1533526"/>
            <a:ext cx="10952163" cy="4562474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on icon below to add a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345BA0-AFF9-CA34-CF89-66A166DB40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17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/2 Slide Title,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27114D6-E2A0-BB7F-D120-F920E817C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39181"/>
            <a:ext cx="5300663" cy="2179638"/>
          </a:xfrm>
        </p:spPr>
        <p:txBody>
          <a:bodyPr wrap="square" anchor="ctr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89EC94CF-F758-4A7C-3B39-A1EFC1EA815A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096001" y="622300"/>
            <a:ext cx="5465762" cy="5473700"/>
          </a:xfrm>
        </p:spPr>
        <p:txBody>
          <a:bodyPr tIns="91440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below to add chart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1575F-C481-6715-1865-C24DCDB56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88B697-7FF8-033A-E0D2-4C2717BFD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282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1, Title, Sub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E0C9451-8976-3C96-3C4E-F9624BB31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1538" y="577850"/>
            <a:ext cx="7954962" cy="2476500"/>
          </a:xfrm>
        </p:spPr>
        <p:txBody>
          <a:bodyPr anchor="b" anchorCtr="0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D4A8F9-F7CA-7BED-9594-D64F51EE92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141538" y="3054350"/>
            <a:ext cx="7954961" cy="936625"/>
          </a:xfrm>
        </p:spPr>
        <p:txBody>
          <a:bodyPr tIns="91440"/>
          <a:lstStyle>
            <a:lvl1pPr marL="0" indent="0" algn="ctr">
              <a:buNone/>
              <a:defRPr/>
            </a:lvl1pPr>
            <a:lvl2pPr marL="182880" indent="0" algn="ctr">
              <a:buNone/>
              <a:defRPr/>
            </a:lvl2pPr>
            <a:lvl3pPr marL="365760" indent="0" algn="ctr">
              <a:buNone/>
              <a:defRPr/>
            </a:lvl3pPr>
            <a:lvl4pPr marL="548640" indent="0" algn="ctr">
              <a:buNone/>
              <a:defRPr/>
            </a:lvl4pPr>
            <a:lvl5pPr marL="73152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146B2-9533-23DF-7DA9-0EBFD969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/>
              <a:t>Session ID: BRKSEC-XXXX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D4EDA1-89C5-8341-7EDE-FCCAAA0607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3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sco Live FY26 Segu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2446339"/>
            <a:ext cx="7162799" cy="1916906"/>
          </a:xfrm>
        </p:spPr>
        <p:txBody>
          <a:bodyPr anchor="ctr" anchorCtr="0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37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sco Live FY26 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60E6EBE-9E2D-2833-2A23-2C14E7C027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46339"/>
            <a:ext cx="5664200" cy="1825624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849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isco Live FY26 Segu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4188CA-3E3D-692A-1FA9-DFC183437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2412" y="3141731"/>
            <a:ext cx="6607175" cy="1868487"/>
          </a:xfrm>
        </p:spPr>
        <p:txBody>
          <a:bodyPr anchor="ctr" anchorCtr="0"/>
          <a:lstStyle>
            <a:lvl1pPr algn="ct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612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F17AB4-9E08-0A74-D302-44EB1D55B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2375"/>
            <a:ext cx="7366000" cy="1868488"/>
          </a:xfrm>
        </p:spPr>
        <p:txBody>
          <a:bodyPr wrap="square" anchor="ctr" anchorCtr="0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1003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gu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CEAE-269F-9001-82E1-E63AB4812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492375"/>
            <a:ext cx="7366000" cy="1868487"/>
          </a:xfrm>
        </p:spPr>
        <p:txBody>
          <a:bodyPr anchor="ctr" anchorCtr="0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8750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sco Live FY26 Thank you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3114676"/>
            <a:ext cx="5300663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0009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FD99A5-A6E1-0514-02DB-84C6BD1878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" y="3114676"/>
            <a:ext cx="5300663" cy="623888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76794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2" descr="Cisco logo">
            <a:extLst>
              <a:ext uri="{FF2B5EF4-FFF2-40B4-BE49-F238E27FC236}">
                <a16:creationId xmlns:a16="http://schemas.microsoft.com/office/drawing/2014/main" id="{9A32CA38-C4CF-D4BC-78F1-F151F8F9799C}"/>
              </a:ext>
            </a:extLst>
          </p:cNvPr>
          <p:cNvGrpSpPr>
            <a:grpSpLocks noChangeAspect="1"/>
          </p:cNvGrpSpPr>
          <p:nvPr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4" name="Freeform 24">
              <a:extLst>
                <a:ext uri="{FF2B5EF4-FFF2-40B4-BE49-F238E27FC236}">
                  <a16:creationId xmlns:a16="http://schemas.microsoft.com/office/drawing/2014/main" id="{0848F511-CD0C-4E21-1411-CA7D0F6E3A43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5" name="Freeform 25">
              <a:extLst>
                <a:ext uri="{FF2B5EF4-FFF2-40B4-BE49-F238E27FC236}">
                  <a16:creationId xmlns:a16="http://schemas.microsoft.com/office/drawing/2014/main" id="{CE7BD058-D0FF-047D-F5E7-7A0A610E086D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6" name="Freeform 26">
              <a:extLst>
                <a:ext uri="{FF2B5EF4-FFF2-40B4-BE49-F238E27FC236}">
                  <a16:creationId xmlns:a16="http://schemas.microsoft.com/office/drawing/2014/main" id="{83623A44-0F0F-1370-66F6-0846CAF90985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7" name="Freeform 27">
              <a:extLst>
                <a:ext uri="{FF2B5EF4-FFF2-40B4-BE49-F238E27FC236}">
                  <a16:creationId xmlns:a16="http://schemas.microsoft.com/office/drawing/2014/main" id="{8ABAB402-379C-A6D8-AF39-B22717AC8652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8" name="Freeform 28">
              <a:extLst>
                <a:ext uri="{FF2B5EF4-FFF2-40B4-BE49-F238E27FC236}">
                  <a16:creationId xmlns:a16="http://schemas.microsoft.com/office/drawing/2014/main" id="{A0F49F63-D861-23D0-7A32-6898EA38AA9E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9" name="Freeform 29">
              <a:extLst>
                <a:ext uri="{FF2B5EF4-FFF2-40B4-BE49-F238E27FC236}">
                  <a16:creationId xmlns:a16="http://schemas.microsoft.com/office/drawing/2014/main" id="{62CA1BBC-594E-0B3B-ACB5-5180E647EB68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0" name="Freeform 30">
              <a:extLst>
                <a:ext uri="{FF2B5EF4-FFF2-40B4-BE49-F238E27FC236}">
                  <a16:creationId xmlns:a16="http://schemas.microsoft.com/office/drawing/2014/main" id="{51B57147-07A3-179D-3B44-669E31BA0779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1" name="Freeform 31">
              <a:extLst>
                <a:ext uri="{FF2B5EF4-FFF2-40B4-BE49-F238E27FC236}">
                  <a16:creationId xmlns:a16="http://schemas.microsoft.com/office/drawing/2014/main" id="{D2F4977B-6C3A-1749-28D3-74067758D800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7539BE40-6861-0AFB-E72A-25B2630122C7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3" name="Freeform 33">
              <a:extLst>
                <a:ext uri="{FF2B5EF4-FFF2-40B4-BE49-F238E27FC236}">
                  <a16:creationId xmlns:a16="http://schemas.microsoft.com/office/drawing/2014/main" id="{8726BE87-6F3D-1887-CD70-E89DF7FE7BFC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4" name="Freeform 34">
              <a:extLst>
                <a:ext uri="{FF2B5EF4-FFF2-40B4-BE49-F238E27FC236}">
                  <a16:creationId xmlns:a16="http://schemas.microsoft.com/office/drawing/2014/main" id="{EB3564BA-B2F9-645B-AD4D-30EC3199A221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5" name="Freeform 35">
              <a:extLst>
                <a:ext uri="{FF2B5EF4-FFF2-40B4-BE49-F238E27FC236}">
                  <a16:creationId xmlns:a16="http://schemas.microsoft.com/office/drawing/2014/main" id="{0B4EEF7D-1D1F-7611-2AD6-3168E2EE165C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6" name="Freeform 36">
              <a:extLst>
                <a:ext uri="{FF2B5EF4-FFF2-40B4-BE49-F238E27FC236}">
                  <a16:creationId xmlns:a16="http://schemas.microsoft.com/office/drawing/2014/main" id="{9A55B643-50C9-ECA1-F047-7AF4A01DADB7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  <p:sp>
          <p:nvSpPr>
            <p:cNvPr id="17" name="Freeform 37">
              <a:extLst>
                <a:ext uri="{FF2B5EF4-FFF2-40B4-BE49-F238E27FC236}">
                  <a16:creationId xmlns:a16="http://schemas.microsoft.com/office/drawing/2014/main" id="{46A6ACD1-E596-9055-243C-B9CF5CFB813D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CiscoSansTT Medium" panose="020B0503020201020303" pitchFamily="34" charset="0"/>
                <a:ea typeface="ＭＳ Ｐゴシック" charset="0"/>
              </a:endParaRPr>
            </a:p>
          </p:txBody>
        </p:sp>
      </p:grpSp>
      <p:grpSp>
        <p:nvGrpSpPr>
          <p:cNvPr id="2" name="Graphic 2" descr="Cisco logo">
            <a:extLst>
              <a:ext uri="{FF2B5EF4-FFF2-40B4-BE49-F238E27FC236}">
                <a16:creationId xmlns:a16="http://schemas.microsoft.com/office/drawing/2014/main" id="{D8A4FFE4-E928-2EDB-6A32-1651B95DD9B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487122" y="2978332"/>
            <a:ext cx="1217756" cy="640080"/>
            <a:chOff x="7202835" y="2919593"/>
            <a:chExt cx="1014444" cy="533215"/>
          </a:xfrm>
          <a:solidFill>
            <a:schemeClr val="bg1"/>
          </a:solidFill>
        </p:grpSpPr>
        <p:sp>
          <p:nvSpPr>
            <p:cNvPr id="18" name="Freeform 24">
              <a:extLst>
                <a:ext uri="{FF2B5EF4-FFF2-40B4-BE49-F238E27FC236}">
                  <a16:creationId xmlns:a16="http://schemas.microsoft.com/office/drawing/2014/main" id="{10E75835-1282-CD94-B664-CA8A79A1FB28}"/>
                </a:ext>
              </a:extLst>
            </p:cNvPr>
            <p:cNvSpPr/>
            <p:nvPr/>
          </p:nvSpPr>
          <p:spPr>
            <a:xfrm>
              <a:off x="7489875" y="3273956"/>
              <a:ext cx="44467" cy="175170"/>
            </a:xfrm>
            <a:custGeom>
              <a:avLst/>
              <a:gdLst>
                <a:gd name="connsiteX0" fmla="*/ 0 w 44467"/>
                <a:gd name="connsiteY0" fmla="*/ 0 h 175170"/>
                <a:gd name="connsiteX1" fmla="*/ 44467 w 44467"/>
                <a:gd name="connsiteY1" fmla="*/ 0 h 175170"/>
                <a:gd name="connsiteX2" fmla="*/ 44467 w 44467"/>
                <a:gd name="connsiteY2" fmla="*/ 175170 h 175170"/>
                <a:gd name="connsiteX3" fmla="*/ 0 w 44467"/>
                <a:gd name="connsiteY3" fmla="*/ 175170 h 175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467" h="175170">
                  <a:moveTo>
                    <a:pt x="0" y="0"/>
                  </a:moveTo>
                  <a:lnTo>
                    <a:pt x="44467" y="0"/>
                  </a:lnTo>
                  <a:lnTo>
                    <a:pt x="44467" y="175170"/>
                  </a:lnTo>
                  <a:lnTo>
                    <a:pt x="0" y="175170"/>
                  </a:lnTo>
                  <a:close/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19" name="Freeform 25">
              <a:extLst>
                <a:ext uri="{FF2B5EF4-FFF2-40B4-BE49-F238E27FC236}">
                  <a16:creationId xmlns:a16="http://schemas.microsoft.com/office/drawing/2014/main" id="{758B3D07-2B38-FE34-72BA-E17E2E956114}"/>
                </a:ext>
              </a:extLst>
            </p:cNvPr>
            <p:cNvSpPr/>
            <p:nvPr/>
          </p:nvSpPr>
          <p:spPr>
            <a:xfrm>
              <a:off x="7758493" y="3270889"/>
              <a:ext cx="134399" cy="181394"/>
            </a:xfrm>
            <a:custGeom>
              <a:avLst/>
              <a:gdLst>
                <a:gd name="connsiteX0" fmla="*/ 0 w 134399"/>
                <a:gd name="connsiteY0" fmla="*/ 90652 h 181394"/>
                <a:gd name="connsiteX1" fmla="*/ 93835 w 134399"/>
                <a:gd name="connsiteY1" fmla="*/ 181394 h 181394"/>
                <a:gd name="connsiteX2" fmla="*/ 134400 w 134399"/>
                <a:gd name="connsiteY2" fmla="*/ 175170 h 181394"/>
                <a:gd name="connsiteX3" fmla="*/ 134400 w 134399"/>
                <a:gd name="connsiteY3" fmla="*/ 128176 h 181394"/>
                <a:gd name="connsiteX4" fmla="*/ 97011 w 134399"/>
                <a:gd name="connsiteY4" fmla="*/ 137196 h 181394"/>
                <a:gd name="connsiteX5" fmla="*/ 50003 w 134399"/>
                <a:gd name="connsiteY5" fmla="*/ 90472 h 181394"/>
                <a:gd name="connsiteX6" fmla="*/ 97011 w 134399"/>
                <a:gd name="connsiteY6" fmla="*/ 43747 h 181394"/>
                <a:gd name="connsiteX7" fmla="*/ 134400 w 134399"/>
                <a:gd name="connsiteY7" fmla="*/ 52768 h 181394"/>
                <a:gd name="connsiteX8" fmla="*/ 134400 w 134399"/>
                <a:gd name="connsiteY8" fmla="*/ 6314 h 181394"/>
                <a:gd name="connsiteX9" fmla="*/ 93835 w 134399"/>
                <a:gd name="connsiteY9" fmla="*/ 0 h 181394"/>
                <a:gd name="connsiteX10" fmla="*/ 0 w 134399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399" h="181394">
                  <a:moveTo>
                    <a:pt x="0" y="90652"/>
                  </a:moveTo>
                  <a:cubicBezTo>
                    <a:pt x="0" y="147118"/>
                    <a:pt x="43832" y="181394"/>
                    <a:pt x="93835" y="181394"/>
                  </a:cubicBezTo>
                  <a:cubicBezTo>
                    <a:pt x="107583" y="181261"/>
                    <a:pt x="121250" y="179165"/>
                    <a:pt x="134400" y="175170"/>
                  </a:cubicBezTo>
                  <a:lnTo>
                    <a:pt x="134400" y="128176"/>
                  </a:lnTo>
                  <a:cubicBezTo>
                    <a:pt x="122893" y="134240"/>
                    <a:pt x="110034" y="137341"/>
                    <a:pt x="97011" y="137196"/>
                  </a:cubicBezTo>
                  <a:cubicBezTo>
                    <a:pt x="71048" y="137196"/>
                    <a:pt x="50003" y="116276"/>
                    <a:pt x="50003" y="90472"/>
                  </a:cubicBezTo>
                  <a:cubicBezTo>
                    <a:pt x="50003" y="64667"/>
                    <a:pt x="71048" y="43747"/>
                    <a:pt x="97011" y="43747"/>
                  </a:cubicBezTo>
                  <a:cubicBezTo>
                    <a:pt x="110034" y="43598"/>
                    <a:pt x="122893" y="46700"/>
                    <a:pt x="134400" y="52768"/>
                  </a:cubicBezTo>
                  <a:lnTo>
                    <a:pt x="134400" y="6314"/>
                  </a:lnTo>
                  <a:cubicBezTo>
                    <a:pt x="121287" y="2146"/>
                    <a:pt x="107602" y="15"/>
                    <a:pt x="93835" y="0"/>
                  </a:cubicBezTo>
                  <a:cubicBezTo>
                    <a:pt x="39385" y="0"/>
                    <a:pt x="0" y="38335"/>
                    <a:pt x="0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0" name="Freeform 26">
              <a:extLst>
                <a:ext uri="{FF2B5EF4-FFF2-40B4-BE49-F238E27FC236}">
                  <a16:creationId xmlns:a16="http://schemas.microsoft.com/office/drawing/2014/main" id="{21E11FDC-17E2-DC4D-3695-0BB2BC41D971}"/>
                </a:ext>
              </a:extLst>
            </p:cNvPr>
            <p:cNvSpPr/>
            <p:nvPr/>
          </p:nvSpPr>
          <p:spPr>
            <a:xfrm>
              <a:off x="7294401" y="3270889"/>
              <a:ext cx="134581" cy="181394"/>
            </a:xfrm>
            <a:custGeom>
              <a:avLst/>
              <a:gdLst>
                <a:gd name="connsiteX0" fmla="*/ 0 w 134581"/>
                <a:gd name="connsiteY0" fmla="*/ 90652 h 181394"/>
                <a:gd name="connsiteX1" fmla="*/ 93926 w 134581"/>
                <a:gd name="connsiteY1" fmla="*/ 181394 h 181394"/>
                <a:gd name="connsiteX2" fmla="*/ 134581 w 134581"/>
                <a:gd name="connsiteY2" fmla="*/ 175170 h 181394"/>
                <a:gd name="connsiteX3" fmla="*/ 134581 w 134581"/>
                <a:gd name="connsiteY3" fmla="*/ 128176 h 181394"/>
                <a:gd name="connsiteX4" fmla="*/ 97193 w 134581"/>
                <a:gd name="connsiteY4" fmla="*/ 137196 h 181394"/>
                <a:gd name="connsiteX5" fmla="*/ 50184 w 134581"/>
                <a:gd name="connsiteY5" fmla="*/ 90472 h 181394"/>
                <a:gd name="connsiteX6" fmla="*/ 97193 w 134581"/>
                <a:gd name="connsiteY6" fmla="*/ 43747 h 181394"/>
                <a:gd name="connsiteX7" fmla="*/ 134581 w 134581"/>
                <a:gd name="connsiteY7" fmla="*/ 52768 h 181394"/>
                <a:gd name="connsiteX8" fmla="*/ 134581 w 134581"/>
                <a:gd name="connsiteY8" fmla="*/ 6314 h 181394"/>
                <a:gd name="connsiteX9" fmla="*/ 93926 w 134581"/>
                <a:gd name="connsiteY9" fmla="*/ 0 h 181394"/>
                <a:gd name="connsiteX10" fmla="*/ 181 w 134581"/>
                <a:gd name="connsiteY10" fmla="*/ 90652 h 18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4581" h="181394">
                  <a:moveTo>
                    <a:pt x="0" y="90652"/>
                  </a:moveTo>
                  <a:cubicBezTo>
                    <a:pt x="0" y="147118"/>
                    <a:pt x="43832" y="181394"/>
                    <a:pt x="93926" y="181394"/>
                  </a:cubicBezTo>
                  <a:cubicBezTo>
                    <a:pt x="107708" y="181268"/>
                    <a:pt x="121400" y="179172"/>
                    <a:pt x="134581" y="175170"/>
                  </a:cubicBezTo>
                  <a:lnTo>
                    <a:pt x="134581" y="128176"/>
                  </a:lnTo>
                  <a:cubicBezTo>
                    <a:pt x="123065" y="134222"/>
                    <a:pt x="110216" y="137322"/>
                    <a:pt x="97193" y="137196"/>
                  </a:cubicBezTo>
                  <a:cubicBezTo>
                    <a:pt x="71231" y="137196"/>
                    <a:pt x="50184" y="116276"/>
                    <a:pt x="50184" y="90472"/>
                  </a:cubicBezTo>
                  <a:cubicBezTo>
                    <a:pt x="50184" y="64667"/>
                    <a:pt x="71231" y="43747"/>
                    <a:pt x="97193" y="43747"/>
                  </a:cubicBezTo>
                  <a:cubicBezTo>
                    <a:pt x="110217" y="43613"/>
                    <a:pt x="123068" y="46714"/>
                    <a:pt x="134581" y="52768"/>
                  </a:cubicBezTo>
                  <a:lnTo>
                    <a:pt x="134581" y="6314"/>
                  </a:lnTo>
                  <a:cubicBezTo>
                    <a:pt x="121434" y="2159"/>
                    <a:pt x="107722" y="30"/>
                    <a:pt x="93926" y="0"/>
                  </a:cubicBezTo>
                  <a:cubicBezTo>
                    <a:pt x="39476" y="0"/>
                    <a:pt x="181" y="38335"/>
                    <a:pt x="181" y="9065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1" name="Freeform 27">
              <a:extLst>
                <a:ext uri="{FF2B5EF4-FFF2-40B4-BE49-F238E27FC236}">
                  <a16:creationId xmlns:a16="http://schemas.microsoft.com/office/drawing/2014/main" id="{1AC341EE-7C9E-FF63-1764-B31F8D736D5E}"/>
                </a:ext>
              </a:extLst>
            </p:cNvPr>
            <p:cNvSpPr/>
            <p:nvPr/>
          </p:nvSpPr>
          <p:spPr>
            <a:xfrm>
              <a:off x="7943079" y="3270861"/>
              <a:ext cx="182591" cy="181947"/>
            </a:xfrm>
            <a:custGeom>
              <a:avLst/>
              <a:gdLst>
                <a:gd name="connsiteX0" fmla="*/ 89568 w 182591"/>
                <a:gd name="connsiteY0" fmla="*/ 137224 h 181947"/>
                <a:gd name="connsiteX1" fmla="*/ 42832 w 182591"/>
                <a:gd name="connsiteY1" fmla="*/ 91494 h 181947"/>
                <a:gd name="connsiteX2" fmla="*/ 88842 w 182591"/>
                <a:gd name="connsiteY2" fmla="*/ 45041 h 181947"/>
                <a:gd name="connsiteX3" fmla="*/ 135578 w 182591"/>
                <a:gd name="connsiteY3" fmla="*/ 90772 h 181947"/>
                <a:gd name="connsiteX4" fmla="*/ 135578 w 182591"/>
                <a:gd name="connsiteY4" fmla="*/ 91131 h 181947"/>
                <a:gd name="connsiteX5" fmla="*/ 91220 w 182591"/>
                <a:gd name="connsiteY5" fmla="*/ 137218 h 181947"/>
                <a:gd name="connsiteX6" fmla="*/ 89568 w 182591"/>
                <a:gd name="connsiteY6" fmla="*/ 137224 h 181947"/>
                <a:gd name="connsiteX7" fmla="*/ 89568 w 182591"/>
                <a:gd name="connsiteY7" fmla="*/ 479 h 181947"/>
                <a:gd name="connsiteX8" fmla="*/ 17 w 182591"/>
                <a:gd name="connsiteY8" fmla="*/ 92919 h 181947"/>
                <a:gd name="connsiteX9" fmla="*/ 93017 w 182591"/>
                <a:gd name="connsiteY9" fmla="*/ 181931 h 181947"/>
                <a:gd name="connsiteX10" fmla="*/ 182586 w 182591"/>
                <a:gd name="connsiteY10" fmla="*/ 91131 h 181947"/>
                <a:gd name="connsiteX11" fmla="*/ 92781 w 182591"/>
                <a:gd name="connsiteY11" fmla="*/ 5 h 181947"/>
                <a:gd name="connsiteX12" fmla="*/ 89568 w 182591"/>
                <a:gd name="connsiteY12" fmla="*/ 28 h 18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591" h="181947">
                  <a:moveTo>
                    <a:pt x="89568" y="137224"/>
                  </a:moveTo>
                  <a:cubicBezTo>
                    <a:pt x="63959" y="137423"/>
                    <a:pt x="43032" y="116949"/>
                    <a:pt x="42832" y="91494"/>
                  </a:cubicBezTo>
                  <a:cubicBezTo>
                    <a:pt x="42633" y="66038"/>
                    <a:pt x="63233" y="45241"/>
                    <a:pt x="88842" y="45041"/>
                  </a:cubicBezTo>
                  <a:cubicBezTo>
                    <a:pt x="114452" y="44842"/>
                    <a:pt x="135378" y="65317"/>
                    <a:pt x="135578" y="90772"/>
                  </a:cubicBezTo>
                  <a:cubicBezTo>
                    <a:pt x="135578" y="90891"/>
                    <a:pt x="135578" y="91011"/>
                    <a:pt x="135578" y="91131"/>
                  </a:cubicBezTo>
                  <a:cubicBezTo>
                    <a:pt x="136132" y="116033"/>
                    <a:pt x="116267" y="136667"/>
                    <a:pt x="91220" y="137218"/>
                  </a:cubicBezTo>
                  <a:cubicBezTo>
                    <a:pt x="90666" y="137229"/>
                    <a:pt x="90122" y="137232"/>
                    <a:pt x="89568" y="137224"/>
                  </a:cubicBezTo>
                  <a:moveTo>
                    <a:pt x="89568" y="479"/>
                  </a:moveTo>
                  <a:cubicBezTo>
                    <a:pt x="39157" y="1425"/>
                    <a:pt x="-936" y="42812"/>
                    <a:pt x="17" y="92919"/>
                  </a:cubicBezTo>
                  <a:cubicBezTo>
                    <a:pt x="969" y="143026"/>
                    <a:pt x="42605" y="182877"/>
                    <a:pt x="93017" y="181931"/>
                  </a:cubicBezTo>
                  <a:cubicBezTo>
                    <a:pt x="142784" y="180997"/>
                    <a:pt x="182623" y="140607"/>
                    <a:pt x="182586" y="91131"/>
                  </a:cubicBezTo>
                  <a:cubicBezTo>
                    <a:pt x="183104" y="41317"/>
                    <a:pt x="142893" y="519"/>
                    <a:pt x="92781" y="5"/>
                  </a:cubicBezTo>
                  <a:cubicBezTo>
                    <a:pt x="91710" y="-6"/>
                    <a:pt x="90639" y="1"/>
                    <a:pt x="89568" y="28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2" name="Freeform 28">
              <a:extLst>
                <a:ext uri="{FF2B5EF4-FFF2-40B4-BE49-F238E27FC236}">
                  <a16:creationId xmlns:a16="http://schemas.microsoft.com/office/drawing/2014/main" id="{572BCD23-3291-4FD9-A8E1-7BE80C3009AA}"/>
                </a:ext>
              </a:extLst>
            </p:cNvPr>
            <p:cNvSpPr/>
            <p:nvPr/>
          </p:nvSpPr>
          <p:spPr>
            <a:xfrm>
              <a:off x="7593692" y="3270799"/>
              <a:ext cx="121059" cy="181484"/>
            </a:xfrm>
            <a:custGeom>
              <a:avLst/>
              <a:gdLst>
                <a:gd name="connsiteX0" fmla="*/ 79678 w 121059"/>
                <a:gd name="connsiteY0" fmla="*/ 72612 h 181484"/>
                <a:gd name="connsiteX1" fmla="*/ 67427 w 121059"/>
                <a:gd name="connsiteY1" fmla="*/ 68733 h 181484"/>
                <a:gd name="connsiteX2" fmla="*/ 47099 w 121059"/>
                <a:gd name="connsiteY2" fmla="*/ 52046 h 181484"/>
                <a:gd name="connsiteX3" fmla="*/ 74324 w 121059"/>
                <a:gd name="connsiteY3" fmla="*/ 37614 h 181484"/>
                <a:gd name="connsiteX4" fmla="*/ 109081 w 121059"/>
                <a:gd name="connsiteY4" fmla="*/ 43026 h 181484"/>
                <a:gd name="connsiteX5" fmla="*/ 109081 w 121059"/>
                <a:gd name="connsiteY5" fmla="*/ 5592 h 181484"/>
                <a:gd name="connsiteX6" fmla="*/ 65703 w 121059"/>
                <a:gd name="connsiteY6" fmla="*/ 0 h 181484"/>
                <a:gd name="connsiteX7" fmla="*/ 0 w 121059"/>
                <a:gd name="connsiteY7" fmla="*/ 54752 h 181484"/>
                <a:gd name="connsiteX8" fmla="*/ 45375 w 121059"/>
                <a:gd name="connsiteY8" fmla="*/ 105986 h 181484"/>
                <a:gd name="connsiteX9" fmla="*/ 54994 w 121059"/>
                <a:gd name="connsiteY9" fmla="*/ 109143 h 181484"/>
                <a:gd name="connsiteX10" fmla="*/ 74778 w 121059"/>
                <a:gd name="connsiteY10" fmla="*/ 126462 h 181484"/>
                <a:gd name="connsiteX11" fmla="*/ 42471 w 121059"/>
                <a:gd name="connsiteY11" fmla="*/ 142878 h 181484"/>
                <a:gd name="connsiteX12" fmla="*/ 454 w 121059"/>
                <a:gd name="connsiteY12" fmla="*/ 136384 h 181484"/>
                <a:gd name="connsiteX13" fmla="*/ 454 w 121059"/>
                <a:gd name="connsiteY13" fmla="*/ 176704 h 181484"/>
                <a:gd name="connsiteX14" fmla="*/ 48460 w 121059"/>
                <a:gd name="connsiteY14" fmla="*/ 181484 h 181484"/>
                <a:gd name="connsiteX15" fmla="*/ 121060 w 121059"/>
                <a:gd name="connsiteY15" fmla="*/ 122673 h 181484"/>
                <a:gd name="connsiteX16" fmla="*/ 79043 w 121059"/>
                <a:gd name="connsiteY16" fmla="*/ 72612 h 1814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21059" h="181484">
                  <a:moveTo>
                    <a:pt x="79678" y="72612"/>
                  </a:moveTo>
                  <a:lnTo>
                    <a:pt x="67427" y="68733"/>
                  </a:lnTo>
                  <a:cubicBezTo>
                    <a:pt x="60167" y="66388"/>
                    <a:pt x="47099" y="62690"/>
                    <a:pt x="47099" y="52046"/>
                  </a:cubicBezTo>
                  <a:cubicBezTo>
                    <a:pt x="47099" y="43567"/>
                    <a:pt x="56718" y="37614"/>
                    <a:pt x="74324" y="37614"/>
                  </a:cubicBezTo>
                  <a:cubicBezTo>
                    <a:pt x="86085" y="38079"/>
                    <a:pt x="97746" y="39896"/>
                    <a:pt x="109081" y="43026"/>
                  </a:cubicBezTo>
                  <a:lnTo>
                    <a:pt x="109081" y="5592"/>
                  </a:lnTo>
                  <a:cubicBezTo>
                    <a:pt x="94888" y="2071"/>
                    <a:pt x="80331" y="194"/>
                    <a:pt x="65703" y="0"/>
                  </a:cubicBezTo>
                  <a:cubicBezTo>
                    <a:pt x="24684" y="0"/>
                    <a:pt x="0" y="22009"/>
                    <a:pt x="0" y="54752"/>
                  </a:cubicBezTo>
                  <a:cubicBezTo>
                    <a:pt x="0" y="83797"/>
                    <a:pt x="20691" y="98229"/>
                    <a:pt x="45375" y="105986"/>
                  </a:cubicBezTo>
                  <a:cubicBezTo>
                    <a:pt x="48188" y="106888"/>
                    <a:pt x="52272" y="108151"/>
                    <a:pt x="54994" y="109143"/>
                  </a:cubicBezTo>
                  <a:cubicBezTo>
                    <a:pt x="65975" y="112571"/>
                    <a:pt x="74778" y="117622"/>
                    <a:pt x="74778" y="126462"/>
                  </a:cubicBezTo>
                  <a:cubicBezTo>
                    <a:pt x="74778" y="135301"/>
                    <a:pt x="64614" y="142878"/>
                    <a:pt x="42471" y="142878"/>
                  </a:cubicBezTo>
                  <a:cubicBezTo>
                    <a:pt x="28250" y="142457"/>
                    <a:pt x="14130" y="140275"/>
                    <a:pt x="454" y="136384"/>
                  </a:cubicBezTo>
                  <a:lnTo>
                    <a:pt x="454" y="176704"/>
                  </a:lnTo>
                  <a:cubicBezTo>
                    <a:pt x="16281" y="179724"/>
                    <a:pt x="32343" y="181324"/>
                    <a:pt x="48460" y="181484"/>
                  </a:cubicBezTo>
                  <a:cubicBezTo>
                    <a:pt x="82491" y="181484"/>
                    <a:pt x="121060" y="166691"/>
                    <a:pt x="121060" y="122673"/>
                  </a:cubicBezTo>
                  <a:cubicBezTo>
                    <a:pt x="121060" y="101296"/>
                    <a:pt x="107901" y="81632"/>
                    <a:pt x="79043" y="7261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3" name="Freeform 29">
              <a:extLst>
                <a:ext uri="{FF2B5EF4-FFF2-40B4-BE49-F238E27FC236}">
                  <a16:creationId xmlns:a16="http://schemas.microsoft.com/office/drawing/2014/main" id="{02FA38D6-CF88-8FE1-C4AF-343B83DFD8A5}"/>
                </a:ext>
              </a:extLst>
            </p:cNvPr>
            <p:cNvSpPr/>
            <p:nvPr/>
          </p:nvSpPr>
          <p:spPr>
            <a:xfrm>
              <a:off x="7202835" y="3063878"/>
              <a:ext cx="44194" cy="88432"/>
            </a:xfrm>
            <a:custGeom>
              <a:avLst/>
              <a:gdLst>
                <a:gd name="connsiteX0" fmla="*/ 22143 w 44194"/>
                <a:gd name="connsiteY0" fmla="*/ 0 h 88432"/>
                <a:gd name="connsiteX1" fmla="*/ 0 w 44194"/>
                <a:gd name="connsiteY1" fmla="*/ 21919 h 88432"/>
                <a:gd name="connsiteX2" fmla="*/ 0 w 44194"/>
                <a:gd name="connsiteY2" fmla="*/ 67831 h 88432"/>
                <a:gd name="connsiteX3" fmla="*/ 23514 w 44194"/>
                <a:gd name="connsiteY3" fmla="*/ 88387 h 88432"/>
                <a:gd name="connsiteX4" fmla="*/ 44195 w 44194"/>
                <a:gd name="connsiteY4" fmla="*/ 67831 h 88432"/>
                <a:gd name="connsiteX5" fmla="*/ 44195 w 44194"/>
                <a:gd name="connsiteY5" fmla="*/ 21919 h 88432"/>
                <a:gd name="connsiteX6" fmla="*/ 22143 w 44194"/>
                <a:gd name="connsiteY6" fmla="*/ 0 h 88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94" h="88432">
                  <a:moveTo>
                    <a:pt x="22143" y="0"/>
                  </a:moveTo>
                  <a:cubicBezTo>
                    <a:pt x="9949" y="0"/>
                    <a:pt x="50" y="9799"/>
                    <a:pt x="0" y="21919"/>
                  </a:cubicBezTo>
                  <a:lnTo>
                    <a:pt x="0" y="67831"/>
                  </a:lnTo>
                  <a:cubicBezTo>
                    <a:pt x="782" y="79961"/>
                    <a:pt x="11310" y="89165"/>
                    <a:pt x="23514" y="88387"/>
                  </a:cubicBezTo>
                  <a:cubicBezTo>
                    <a:pt x="34627" y="87679"/>
                    <a:pt x="43483" y="78877"/>
                    <a:pt x="44195" y="67831"/>
                  </a:cubicBezTo>
                  <a:lnTo>
                    <a:pt x="44195" y="21919"/>
                  </a:lnTo>
                  <a:cubicBezTo>
                    <a:pt x="44195" y="9813"/>
                    <a:pt x="34321" y="0"/>
                    <a:pt x="22143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4" name="Freeform 30">
              <a:extLst>
                <a:ext uri="{FF2B5EF4-FFF2-40B4-BE49-F238E27FC236}">
                  <a16:creationId xmlns:a16="http://schemas.microsoft.com/office/drawing/2014/main" id="{A2634700-2653-2E54-7052-DDF47307A1D2}"/>
                </a:ext>
              </a:extLst>
            </p:cNvPr>
            <p:cNvSpPr/>
            <p:nvPr/>
          </p:nvSpPr>
          <p:spPr>
            <a:xfrm>
              <a:off x="7324348" y="3003533"/>
              <a:ext cx="44104" cy="150094"/>
            </a:xfrm>
            <a:custGeom>
              <a:avLst/>
              <a:gdLst>
                <a:gd name="connsiteX0" fmla="*/ 22052 w 44104"/>
                <a:gd name="connsiteY0" fmla="*/ 150094 h 150094"/>
                <a:gd name="connsiteX1" fmla="*/ 44104 w 44104"/>
                <a:gd name="connsiteY1" fmla="*/ 128176 h 150094"/>
                <a:gd name="connsiteX2" fmla="*/ 44104 w 44104"/>
                <a:gd name="connsiteY2" fmla="*/ 21919 h 150094"/>
                <a:gd name="connsiteX3" fmla="*/ 22052 w 44104"/>
                <a:gd name="connsiteY3" fmla="*/ 0 h 150094"/>
                <a:gd name="connsiteX4" fmla="*/ 0 w 44104"/>
                <a:gd name="connsiteY4" fmla="*/ 21919 h 150094"/>
                <a:gd name="connsiteX5" fmla="*/ 0 w 44104"/>
                <a:gd name="connsiteY5" fmla="*/ 128176 h 150094"/>
                <a:gd name="connsiteX6" fmla="*/ 22052 w 44104"/>
                <a:gd name="connsiteY6" fmla="*/ 150094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22052" y="150094"/>
                  </a:moveTo>
                  <a:cubicBezTo>
                    <a:pt x="34231" y="150094"/>
                    <a:pt x="44104" y="140281"/>
                    <a:pt x="44104" y="128176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3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3" y="150094"/>
                    <a:pt x="22052" y="150094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5" name="Freeform 31">
              <a:extLst>
                <a:ext uri="{FF2B5EF4-FFF2-40B4-BE49-F238E27FC236}">
                  <a16:creationId xmlns:a16="http://schemas.microsoft.com/office/drawing/2014/main" id="{5A08B660-C951-224F-CEA3-E8C1F1692A1C}"/>
                </a:ext>
              </a:extLst>
            </p:cNvPr>
            <p:cNvSpPr/>
            <p:nvPr/>
          </p:nvSpPr>
          <p:spPr>
            <a:xfrm>
              <a:off x="7445589" y="2921000"/>
              <a:ext cx="44104" cy="276375"/>
            </a:xfrm>
            <a:custGeom>
              <a:avLst/>
              <a:gdLst>
                <a:gd name="connsiteX0" fmla="*/ 22052 w 44104"/>
                <a:gd name="connsiteY0" fmla="*/ 0 h 276375"/>
                <a:gd name="connsiteX1" fmla="*/ 0 w 44104"/>
                <a:gd name="connsiteY1" fmla="*/ 21919 h 276375"/>
                <a:gd name="connsiteX2" fmla="*/ 0 w 44104"/>
                <a:gd name="connsiteY2" fmla="*/ 254457 h 276375"/>
                <a:gd name="connsiteX3" fmla="*/ 22052 w 44104"/>
                <a:gd name="connsiteY3" fmla="*/ 276376 h 276375"/>
                <a:gd name="connsiteX4" fmla="*/ 44104 w 44104"/>
                <a:gd name="connsiteY4" fmla="*/ 254457 h 276375"/>
                <a:gd name="connsiteX5" fmla="*/ 44104 w 44104"/>
                <a:gd name="connsiteY5" fmla="*/ 21919 h 276375"/>
                <a:gd name="connsiteX6" fmla="*/ 22052 w 44104"/>
                <a:gd name="connsiteY6" fmla="*/ 0 h 27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276375">
                  <a:moveTo>
                    <a:pt x="22052" y="0"/>
                  </a:moveTo>
                  <a:cubicBezTo>
                    <a:pt x="9873" y="0"/>
                    <a:pt x="0" y="9813"/>
                    <a:pt x="0" y="21919"/>
                  </a:cubicBezTo>
                  <a:lnTo>
                    <a:pt x="0" y="254457"/>
                  </a:lnTo>
                  <a:cubicBezTo>
                    <a:pt x="0" y="266563"/>
                    <a:pt x="9873" y="276376"/>
                    <a:pt x="22052" y="276376"/>
                  </a:cubicBezTo>
                  <a:cubicBezTo>
                    <a:pt x="34231" y="276376"/>
                    <a:pt x="44104" y="266563"/>
                    <a:pt x="44104" y="254457"/>
                  </a:cubicBez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6" name="Freeform 32">
              <a:extLst>
                <a:ext uri="{FF2B5EF4-FFF2-40B4-BE49-F238E27FC236}">
                  <a16:creationId xmlns:a16="http://schemas.microsoft.com/office/drawing/2014/main" id="{95D1541D-47F2-B366-ECAB-913DD54A9010}"/>
                </a:ext>
              </a:extLst>
            </p:cNvPr>
            <p:cNvSpPr/>
            <p:nvPr/>
          </p:nvSpPr>
          <p:spPr>
            <a:xfrm>
              <a:off x="7566921" y="3003533"/>
              <a:ext cx="44104" cy="150094"/>
            </a:xfrm>
            <a:custGeom>
              <a:avLst/>
              <a:gdLst>
                <a:gd name="connsiteX0" fmla="*/ 44104 w 44104"/>
                <a:gd name="connsiteY0" fmla="*/ 128176 h 150094"/>
                <a:gd name="connsiteX1" fmla="*/ 44104 w 44104"/>
                <a:gd name="connsiteY1" fmla="*/ 21919 h 150094"/>
                <a:gd name="connsiteX2" fmla="*/ 22052 w 44104"/>
                <a:gd name="connsiteY2" fmla="*/ 0 h 150094"/>
                <a:gd name="connsiteX3" fmla="*/ 0 w 44104"/>
                <a:gd name="connsiteY3" fmla="*/ 21919 h 150094"/>
                <a:gd name="connsiteX4" fmla="*/ 0 w 44104"/>
                <a:gd name="connsiteY4" fmla="*/ 128176 h 150094"/>
                <a:gd name="connsiteX5" fmla="*/ 22052 w 44104"/>
                <a:gd name="connsiteY5" fmla="*/ 150094 h 150094"/>
                <a:gd name="connsiteX6" fmla="*/ 44104 w 44104"/>
                <a:gd name="connsiteY6" fmla="*/ 128176 h 150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104" h="150094">
                  <a:moveTo>
                    <a:pt x="44104" y="128176"/>
                  </a:moveTo>
                  <a:lnTo>
                    <a:pt x="44104" y="21919"/>
                  </a:lnTo>
                  <a:cubicBezTo>
                    <a:pt x="44104" y="9813"/>
                    <a:pt x="34231" y="0"/>
                    <a:pt x="22052" y="0"/>
                  </a:cubicBezTo>
                  <a:cubicBezTo>
                    <a:pt x="9874" y="0"/>
                    <a:pt x="0" y="9813"/>
                    <a:pt x="0" y="21919"/>
                  </a:cubicBezTo>
                  <a:lnTo>
                    <a:pt x="0" y="128176"/>
                  </a:lnTo>
                  <a:cubicBezTo>
                    <a:pt x="0" y="140281"/>
                    <a:pt x="9874" y="150094"/>
                    <a:pt x="22052" y="150094"/>
                  </a:cubicBezTo>
                  <a:cubicBezTo>
                    <a:pt x="34231" y="150094"/>
                    <a:pt x="44104" y="140281"/>
                    <a:pt x="44104" y="128176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7" name="Freeform 33">
              <a:extLst>
                <a:ext uri="{FF2B5EF4-FFF2-40B4-BE49-F238E27FC236}">
                  <a16:creationId xmlns:a16="http://schemas.microsoft.com/office/drawing/2014/main" id="{61B577B2-B77E-5D4F-5BF8-E2624B0DAD00}"/>
                </a:ext>
              </a:extLst>
            </p:cNvPr>
            <p:cNvSpPr/>
            <p:nvPr/>
          </p:nvSpPr>
          <p:spPr>
            <a:xfrm>
              <a:off x="7687800" y="3063876"/>
              <a:ext cx="44104" cy="89751"/>
            </a:xfrm>
            <a:custGeom>
              <a:avLst/>
              <a:gdLst>
                <a:gd name="connsiteX0" fmla="*/ 22415 w 44104"/>
                <a:gd name="connsiteY0" fmla="*/ 2 h 89751"/>
                <a:gd name="connsiteX1" fmla="*/ 0 w 44104"/>
                <a:gd name="connsiteY1" fmla="*/ 21738 h 89751"/>
                <a:gd name="connsiteX2" fmla="*/ 0 w 44104"/>
                <a:gd name="connsiteY2" fmla="*/ 21921 h 89751"/>
                <a:gd name="connsiteX3" fmla="*/ 0 w 44104"/>
                <a:gd name="connsiteY3" fmla="*/ 67833 h 89751"/>
                <a:gd name="connsiteX4" fmla="*/ 22052 w 44104"/>
                <a:gd name="connsiteY4" fmla="*/ 89752 h 89751"/>
                <a:gd name="connsiteX5" fmla="*/ 44104 w 44104"/>
                <a:gd name="connsiteY5" fmla="*/ 67833 h 89751"/>
                <a:gd name="connsiteX6" fmla="*/ 44104 w 44104"/>
                <a:gd name="connsiteY6" fmla="*/ 21921 h 89751"/>
                <a:gd name="connsiteX7" fmla="*/ 22143 w 44104"/>
                <a:gd name="connsiteY7" fmla="*/ 2 h 89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104" h="89751">
                  <a:moveTo>
                    <a:pt x="22415" y="2"/>
                  </a:moveTo>
                  <a:cubicBezTo>
                    <a:pt x="10191" y="-148"/>
                    <a:pt x="154" y="9584"/>
                    <a:pt x="0" y="21738"/>
                  </a:cubicBezTo>
                  <a:cubicBezTo>
                    <a:pt x="0" y="21799"/>
                    <a:pt x="0" y="21860"/>
                    <a:pt x="0" y="21921"/>
                  </a:cubicBezTo>
                  <a:lnTo>
                    <a:pt x="0" y="67833"/>
                  </a:lnTo>
                  <a:cubicBezTo>
                    <a:pt x="0" y="79939"/>
                    <a:pt x="9874" y="89752"/>
                    <a:pt x="22052" y="89752"/>
                  </a:cubicBezTo>
                  <a:cubicBezTo>
                    <a:pt x="34231" y="89752"/>
                    <a:pt x="44104" y="79939"/>
                    <a:pt x="44104" y="67833"/>
                  </a:cubicBezTo>
                  <a:lnTo>
                    <a:pt x="44104" y="21921"/>
                  </a:lnTo>
                  <a:cubicBezTo>
                    <a:pt x="44104" y="9850"/>
                    <a:pt x="34285" y="51"/>
                    <a:pt x="22143" y="2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8" name="Freeform 34">
              <a:extLst>
                <a:ext uri="{FF2B5EF4-FFF2-40B4-BE49-F238E27FC236}">
                  <a16:creationId xmlns:a16="http://schemas.microsoft.com/office/drawing/2014/main" id="{6918B491-194E-911E-7945-FD3ABF5C68D8}"/>
                </a:ext>
              </a:extLst>
            </p:cNvPr>
            <p:cNvSpPr/>
            <p:nvPr/>
          </p:nvSpPr>
          <p:spPr>
            <a:xfrm>
              <a:off x="7809447" y="3002127"/>
              <a:ext cx="44107" cy="151500"/>
            </a:xfrm>
            <a:custGeom>
              <a:avLst/>
              <a:gdLst>
                <a:gd name="connsiteX0" fmla="*/ 22009 w 44107"/>
                <a:gd name="connsiteY0" fmla="*/ 151500 h 151500"/>
                <a:gd name="connsiteX1" fmla="*/ 44061 w 44107"/>
                <a:gd name="connsiteY1" fmla="*/ 129582 h 151500"/>
                <a:gd name="connsiteX2" fmla="*/ 44061 w 44107"/>
                <a:gd name="connsiteY2" fmla="*/ 23325 h 151500"/>
                <a:gd name="connsiteX3" fmla="*/ 23470 w 44107"/>
                <a:gd name="connsiteY3" fmla="*/ 46 h 151500"/>
                <a:gd name="connsiteX4" fmla="*/ 48 w 44107"/>
                <a:gd name="connsiteY4" fmla="*/ 20514 h 151500"/>
                <a:gd name="connsiteX5" fmla="*/ 48 w 44107"/>
                <a:gd name="connsiteY5" fmla="*/ 23325 h 151500"/>
                <a:gd name="connsiteX6" fmla="*/ 48 w 44107"/>
                <a:gd name="connsiteY6" fmla="*/ 129582 h 151500"/>
                <a:gd name="connsiteX7" fmla="*/ 21918 w 44107"/>
                <a:gd name="connsiteY7" fmla="*/ 151500 h 151500"/>
                <a:gd name="connsiteX8" fmla="*/ 22009 w 44107"/>
                <a:gd name="connsiteY8" fmla="*/ 151500 h 151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151500">
                  <a:moveTo>
                    <a:pt x="22009" y="151500"/>
                  </a:moveTo>
                  <a:cubicBezTo>
                    <a:pt x="34188" y="151500"/>
                    <a:pt x="44061" y="141688"/>
                    <a:pt x="44061" y="129582"/>
                  </a:cubicBezTo>
                  <a:lnTo>
                    <a:pt x="44061" y="23325"/>
                  </a:lnTo>
                  <a:cubicBezTo>
                    <a:pt x="44841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1"/>
                    <a:pt x="-16" y="22389"/>
                    <a:pt x="48" y="23325"/>
                  </a:cubicBezTo>
                  <a:lnTo>
                    <a:pt x="48" y="129582"/>
                  </a:lnTo>
                  <a:cubicBezTo>
                    <a:pt x="-7" y="141637"/>
                    <a:pt x="9785" y="151451"/>
                    <a:pt x="21918" y="151500"/>
                  </a:cubicBezTo>
                  <a:cubicBezTo>
                    <a:pt x="21945" y="151500"/>
                    <a:pt x="21982" y="151500"/>
                    <a:pt x="22009" y="15150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29" name="Freeform 35">
              <a:extLst>
                <a:ext uri="{FF2B5EF4-FFF2-40B4-BE49-F238E27FC236}">
                  <a16:creationId xmlns:a16="http://schemas.microsoft.com/office/drawing/2014/main" id="{D4891843-A844-72CB-1D0F-C8617372B3E2}"/>
                </a:ext>
              </a:extLst>
            </p:cNvPr>
            <p:cNvSpPr/>
            <p:nvPr/>
          </p:nvSpPr>
          <p:spPr>
            <a:xfrm>
              <a:off x="7930779" y="2919593"/>
              <a:ext cx="44108" cy="279187"/>
            </a:xfrm>
            <a:custGeom>
              <a:avLst/>
              <a:gdLst>
                <a:gd name="connsiteX0" fmla="*/ 44061 w 44108"/>
                <a:gd name="connsiteY0" fmla="*/ 255863 h 279187"/>
                <a:gd name="connsiteX1" fmla="*/ 44061 w 44108"/>
                <a:gd name="connsiteY1" fmla="*/ 23325 h 279187"/>
                <a:gd name="connsiteX2" fmla="*/ 23470 w 44108"/>
                <a:gd name="connsiteY2" fmla="*/ 46 h 279187"/>
                <a:gd name="connsiteX3" fmla="*/ 48 w 44108"/>
                <a:gd name="connsiteY3" fmla="*/ 20514 h 279187"/>
                <a:gd name="connsiteX4" fmla="*/ 48 w 44108"/>
                <a:gd name="connsiteY4" fmla="*/ 23325 h 279187"/>
                <a:gd name="connsiteX5" fmla="*/ 48 w 44108"/>
                <a:gd name="connsiteY5" fmla="*/ 255863 h 279187"/>
                <a:gd name="connsiteX6" fmla="*/ 20639 w 44108"/>
                <a:gd name="connsiteY6" fmla="*/ 279142 h 279187"/>
                <a:gd name="connsiteX7" fmla="*/ 44061 w 44108"/>
                <a:gd name="connsiteY7" fmla="*/ 258674 h 279187"/>
                <a:gd name="connsiteX8" fmla="*/ 44061 w 44108"/>
                <a:gd name="connsiteY8" fmla="*/ 255863 h 279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8" h="279187">
                  <a:moveTo>
                    <a:pt x="44061" y="255863"/>
                  </a:moveTo>
                  <a:lnTo>
                    <a:pt x="44061" y="23325"/>
                  </a:lnTo>
                  <a:cubicBezTo>
                    <a:pt x="44842" y="11244"/>
                    <a:pt x="35621" y="822"/>
                    <a:pt x="23470" y="46"/>
                  </a:cubicBezTo>
                  <a:cubicBezTo>
                    <a:pt x="11319" y="-730"/>
                    <a:pt x="828" y="8434"/>
                    <a:pt x="48" y="20514"/>
                  </a:cubicBezTo>
                  <a:cubicBezTo>
                    <a:pt x="-16" y="21450"/>
                    <a:pt x="-16" y="22389"/>
                    <a:pt x="48" y="23325"/>
                  </a:cubicBezTo>
                  <a:lnTo>
                    <a:pt x="48" y="255863"/>
                  </a:lnTo>
                  <a:cubicBezTo>
                    <a:pt x="-733" y="267944"/>
                    <a:pt x="8487" y="278366"/>
                    <a:pt x="20639" y="279142"/>
                  </a:cubicBezTo>
                  <a:cubicBezTo>
                    <a:pt x="32790" y="279919"/>
                    <a:pt x="43281" y="270754"/>
                    <a:pt x="44061" y="258674"/>
                  </a:cubicBezTo>
                  <a:cubicBezTo>
                    <a:pt x="44125" y="257737"/>
                    <a:pt x="44125" y="256799"/>
                    <a:pt x="44061" y="255863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0" name="Freeform 36">
              <a:extLst>
                <a:ext uri="{FF2B5EF4-FFF2-40B4-BE49-F238E27FC236}">
                  <a16:creationId xmlns:a16="http://schemas.microsoft.com/office/drawing/2014/main" id="{94CA0F4D-725E-2F57-D548-79B570E43BD9}"/>
                </a:ext>
              </a:extLst>
            </p:cNvPr>
            <p:cNvSpPr/>
            <p:nvPr/>
          </p:nvSpPr>
          <p:spPr>
            <a:xfrm>
              <a:off x="8051886" y="3003443"/>
              <a:ext cx="44285" cy="150187"/>
            </a:xfrm>
            <a:custGeom>
              <a:avLst/>
              <a:gdLst>
                <a:gd name="connsiteX0" fmla="*/ 21961 w 44285"/>
                <a:gd name="connsiteY0" fmla="*/ 150185 h 150187"/>
                <a:gd name="connsiteX1" fmla="*/ 44286 w 44285"/>
                <a:gd name="connsiteY1" fmla="*/ 128720 h 150187"/>
                <a:gd name="connsiteX2" fmla="*/ 44286 w 44285"/>
                <a:gd name="connsiteY2" fmla="*/ 128266 h 150187"/>
                <a:gd name="connsiteX3" fmla="*/ 44286 w 44285"/>
                <a:gd name="connsiteY3" fmla="*/ 22009 h 150187"/>
                <a:gd name="connsiteX4" fmla="*/ 22143 w 44285"/>
                <a:gd name="connsiteY4" fmla="*/ 0 h 150187"/>
                <a:gd name="connsiteX5" fmla="*/ 0 w 44285"/>
                <a:gd name="connsiteY5" fmla="*/ 22009 h 150187"/>
                <a:gd name="connsiteX6" fmla="*/ 0 w 44285"/>
                <a:gd name="connsiteY6" fmla="*/ 128266 h 150187"/>
                <a:gd name="connsiteX7" fmla="*/ 22052 w 44285"/>
                <a:gd name="connsiteY7" fmla="*/ 150185 h 150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85" h="150187">
                  <a:moveTo>
                    <a:pt x="21961" y="150185"/>
                  </a:moveTo>
                  <a:cubicBezTo>
                    <a:pt x="34086" y="150384"/>
                    <a:pt x="44086" y="140774"/>
                    <a:pt x="44286" y="128720"/>
                  </a:cubicBezTo>
                  <a:cubicBezTo>
                    <a:pt x="44286" y="128569"/>
                    <a:pt x="44286" y="128417"/>
                    <a:pt x="44286" y="128266"/>
                  </a:cubicBezTo>
                  <a:lnTo>
                    <a:pt x="44286" y="22009"/>
                  </a:lnTo>
                  <a:cubicBezTo>
                    <a:pt x="44286" y="9854"/>
                    <a:pt x="34376" y="0"/>
                    <a:pt x="22143" y="0"/>
                  </a:cubicBezTo>
                  <a:cubicBezTo>
                    <a:pt x="9910" y="0"/>
                    <a:pt x="0" y="9854"/>
                    <a:pt x="0" y="22009"/>
                  </a:cubicBezTo>
                  <a:lnTo>
                    <a:pt x="0" y="128266"/>
                  </a:lnTo>
                  <a:cubicBezTo>
                    <a:pt x="0" y="140372"/>
                    <a:pt x="9874" y="150185"/>
                    <a:pt x="22052" y="150185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  <p:sp>
          <p:nvSpPr>
            <p:cNvPr id="31" name="Freeform 37">
              <a:extLst>
                <a:ext uri="{FF2B5EF4-FFF2-40B4-BE49-F238E27FC236}">
                  <a16:creationId xmlns:a16="http://schemas.microsoft.com/office/drawing/2014/main" id="{4B1FC29C-253F-BE49-2EAF-8D80FCB8EE43}"/>
                </a:ext>
              </a:extLst>
            </p:cNvPr>
            <p:cNvSpPr/>
            <p:nvPr/>
          </p:nvSpPr>
          <p:spPr>
            <a:xfrm>
              <a:off x="8173172" y="3063878"/>
              <a:ext cx="44107" cy="91156"/>
            </a:xfrm>
            <a:custGeom>
              <a:avLst/>
              <a:gdLst>
                <a:gd name="connsiteX0" fmla="*/ 22007 w 44107"/>
                <a:gd name="connsiteY0" fmla="*/ 0 h 91156"/>
                <a:gd name="connsiteX1" fmla="*/ 46 w 44107"/>
                <a:gd name="connsiteY1" fmla="*/ 21829 h 91156"/>
                <a:gd name="connsiteX2" fmla="*/ 46 w 44107"/>
                <a:gd name="connsiteY2" fmla="*/ 21919 h 91156"/>
                <a:gd name="connsiteX3" fmla="*/ 46 w 44107"/>
                <a:gd name="connsiteY3" fmla="*/ 67831 h 91156"/>
                <a:gd name="connsiteX4" fmla="*/ 20637 w 44107"/>
                <a:gd name="connsiteY4" fmla="*/ 91110 h 91156"/>
                <a:gd name="connsiteX5" fmla="*/ 44059 w 44107"/>
                <a:gd name="connsiteY5" fmla="*/ 70642 h 91156"/>
                <a:gd name="connsiteX6" fmla="*/ 44059 w 44107"/>
                <a:gd name="connsiteY6" fmla="*/ 67831 h 91156"/>
                <a:gd name="connsiteX7" fmla="*/ 44059 w 44107"/>
                <a:gd name="connsiteY7" fmla="*/ 21919 h 91156"/>
                <a:gd name="connsiteX8" fmla="*/ 22007 w 44107"/>
                <a:gd name="connsiteY8" fmla="*/ 0 h 91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7" h="91156">
                  <a:moveTo>
                    <a:pt x="22007" y="0"/>
                  </a:moveTo>
                  <a:cubicBezTo>
                    <a:pt x="9874" y="0"/>
                    <a:pt x="46" y="9773"/>
                    <a:pt x="46" y="21829"/>
                  </a:cubicBezTo>
                  <a:cubicBezTo>
                    <a:pt x="46" y="21858"/>
                    <a:pt x="46" y="21889"/>
                    <a:pt x="46" y="21919"/>
                  </a:cubicBezTo>
                  <a:lnTo>
                    <a:pt x="46" y="67831"/>
                  </a:lnTo>
                  <a:cubicBezTo>
                    <a:pt x="-734" y="79912"/>
                    <a:pt x="8486" y="90334"/>
                    <a:pt x="20637" y="91110"/>
                  </a:cubicBezTo>
                  <a:cubicBezTo>
                    <a:pt x="32789" y="91887"/>
                    <a:pt x="43279" y="82722"/>
                    <a:pt x="44059" y="70642"/>
                  </a:cubicBezTo>
                  <a:cubicBezTo>
                    <a:pt x="44123" y="69705"/>
                    <a:pt x="44123" y="68767"/>
                    <a:pt x="44059" y="67831"/>
                  </a:cubicBezTo>
                  <a:lnTo>
                    <a:pt x="44059" y="21919"/>
                  </a:lnTo>
                  <a:cubicBezTo>
                    <a:pt x="44059" y="9813"/>
                    <a:pt x="34186" y="0"/>
                    <a:pt x="22007" y="0"/>
                  </a:cubicBezTo>
                </a:path>
              </a:pathLst>
            </a:custGeom>
            <a:grpFill/>
            <a:ln w="903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609559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Arial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7034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D6DF483-DD51-444D-AF16-AF31E72FD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1905000"/>
            <a:ext cx="5067300" cy="430530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 marL="514350" indent="-171450">
              <a:buFont typeface="Arial" panose="020B0604020202020204" pitchFamily="34" charset="0"/>
              <a:buChar char="•"/>
              <a:defRPr sz="1000"/>
            </a:lvl4pPr>
            <a:lvl5pPr>
              <a:defRPr sz="533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50BAC715-F543-452A-80B1-3A07B10B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1500" y="609600"/>
            <a:ext cx="5067300" cy="1107996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F48862-22C1-482F-B821-3D8CC682DAB1}"/>
              </a:ext>
            </a:extLst>
          </p:cNvPr>
          <p:cNvSpPr txBox="1"/>
          <p:nvPr userDrawn="1"/>
        </p:nvSpPr>
        <p:spPr>
          <a:xfrm>
            <a:off x="3429000" y="6437289"/>
            <a:ext cx="5334000" cy="9233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263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© 2025 Cisco and/or its affiliates. All rights reserved. Cisco 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24910-4FFE-49EA-99DE-65BFB724546B}"/>
              </a:ext>
            </a:extLst>
          </p:cNvPr>
          <p:cNvSpPr txBox="1">
            <a:spLocks/>
          </p:cNvSpPr>
          <p:nvPr userDrawn="1"/>
        </p:nvSpPr>
        <p:spPr>
          <a:xfrm>
            <a:off x="10020300" y="6401748"/>
            <a:ext cx="1586484" cy="123111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marL="0" algn="r" defTabSz="926372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63186" algn="l" defTabSz="926372" rtl="0" eaLnBrk="1" latinLnBrk="0" hangingPunct="1">
              <a:defRPr sz="18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6372" algn="l" defTabSz="926372" rtl="0" eaLnBrk="1" latinLnBrk="0" hangingPunct="1">
              <a:defRPr sz="18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89557" algn="l" defTabSz="926372" rtl="0" eaLnBrk="1" latinLnBrk="0" hangingPunct="1">
              <a:defRPr sz="18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52743" algn="l" defTabSz="926372" rtl="0" eaLnBrk="1" latinLnBrk="0" hangingPunct="1">
              <a:defRPr sz="18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315929" algn="l" defTabSz="926372" rtl="0" eaLnBrk="1" latinLnBrk="0" hangingPunct="1">
              <a:defRPr sz="18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79113" algn="l" defTabSz="926372" rtl="0" eaLnBrk="1" latinLnBrk="0" hangingPunct="1">
              <a:defRPr sz="18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42299" algn="l" defTabSz="926372" rtl="0" eaLnBrk="1" latinLnBrk="0" hangingPunct="1">
              <a:defRPr sz="18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05486" algn="l" defTabSz="926372" rtl="0" eaLnBrk="1" latinLnBrk="0" hangingPunct="1">
              <a:defRPr sz="182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7D7A393-7AAB-4C35-B2E9-5B44BBD349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439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3552">
          <p15:clr>
            <a:srgbClr val="A4A3A4"/>
          </p15:clr>
        </p15:guide>
        <p15:guide id="4" pos="4128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5"/>
          <p:cNvSpPr>
            <a:spLocks noGrp="1"/>
          </p:cNvSpPr>
          <p:nvPr>
            <p:ph type="title"/>
          </p:nvPr>
        </p:nvSpPr>
        <p:spPr bwMode="auto">
          <a:xfrm>
            <a:off x="593600" y="256032"/>
            <a:ext cx="11009376" cy="975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24" tIns="45712" rIns="91424" bIns="45712" numCol="1" anchor="b" anchorCtr="0" compatLnSpc="1">
            <a:prstTxWarp prst="textNoShape">
              <a:avLst/>
            </a:prstTxWarp>
          </a:bodyPr>
          <a:lstStyle>
            <a:lvl1pPr>
              <a:defRPr sz="3733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20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160200" y="6507857"/>
            <a:ext cx="479555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CiscoSans Thin"/>
              </a:defRPr>
            </a:lvl1pPr>
          </a:lstStyle>
          <a:p>
            <a:fld id="{96A97DD0-5BE7-4856-A2A9-C42C6688E60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6337AA91-CAF9-B243-9407-B8CD907B765A}"/>
              </a:ext>
            </a:extLst>
          </p:cNvPr>
          <p:cNvSpPr>
            <a:spLocks noChangeArrowheads="1"/>
          </p:cNvSpPr>
          <p:nvPr userDrawn="1"/>
        </p:nvSpPr>
        <p:spPr bwMode="black">
          <a:xfrm>
            <a:off x="7799900" y="6595873"/>
            <a:ext cx="3392613" cy="20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b">
            <a:spAutoFit/>
          </a:bodyPr>
          <a:lstStyle/>
          <a:p>
            <a:pPr marL="0" marR="0" lvl="0" indent="0" algn="r" defTabSz="81430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2022  Cisco and/or its affiliates. All rights reserved.   Cisco Public</a:t>
            </a:r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6BD0F26-8837-324E-A1F8-788F44BB99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white">
          <a:xfrm>
            <a:off x="6583332" y="6616600"/>
            <a:ext cx="1216569" cy="185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1586" tIns="30792" rIns="61586" bIns="30792" anchor="b">
            <a:spAutoFit/>
          </a:bodyPr>
          <a:lstStyle>
            <a:lvl1pPr algn="l">
              <a:defRPr lang="en-US" sz="800" dirty="0">
                <a:solidFill>
                  <a:schemeClr val="tx1"/>
                </a:solidFill>
                <a:latin typeface="+mn-lt"/>
                <a:cs typeface="CiscoSans Thin"/>
              </a:defRPr>
            </a:lvl1pPr>
          </a:lstStyle>
          <a:p>
            <a:pPr defTabSz="814305"/>
            <a:r>
              <a:rPr lang="en-AU"/>
              <a:t>LTRCCT-2781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FF25BD-92E6-00E1-DCB5-3B82C03C6D09}"/>
              </a:ext>
            </a:extLst>
          </p:cNvPr>
          <p:cNvSpPr txBox="1"/>
          <p:nvPr userDrawn="1"/>
        </p:nvSpPr>
        <p:spPr>
          <a:xfrm>
            <a:off x="5582080" y="6577313"/>
            <a:ext cx="1027845" cy="256545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pPr lvl="0" algn="ctr">
              <a:defRPr/>
            </a:pPr>
            <a:r>
              <a:rPr lang="en-US" sz="1067">
                <a:solidFill>
                  <a:schemeClr val="tx1"/>
                </a:solidFill>
                <a:latin typeface="+mn-lt"/>
                <a:cs typeface="CiscoSansTT Light" panose="020B0503020201020303" pitchFamily="34" charset="0"/>
              </a:rPr>
              <a:t>#CiscoLiveAPJC</a:t>
            </a:r>
          </a:p>
        </p:txBody>
      </p:sp>
    </p:spTree>
    <p:extLst>
      <p:ext uri="{BB962C8B-B14F-4D97-AF65-F5344CB8AC3E}">
        <p14:creationId xmlns:p14="http://schemas.microsoft.com/office/powerpoint/2010/main" val="508418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21F2830-F0A3-2EAC-C709-5C928A8C49EF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609600" y="598811"/>
            <a:ext cx="10952163" cy="492443"/>
          </a:xfrm>
          <a:prstGeom prst="rect">
            <a:avLst/>
          </a:prstGeom>
          <a:noFill/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455BE63C-8C0C-FC75-3DF2-F8F96A3C87BE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609600" y="1545265"/>
            <a:ext cx="10937489" cy="4550736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9B4362-70A2-3ADC-C4AA-ADA6E4E09C94}"/>
              </a:ext>
            </a:extLst>
          </p:cNvPr>
          <p:cNvSpPr>
            <a:spLocks/>
          </p:cNvSpPr>
          <p:nvPr userDrawn="1"/>
        </p:nvSpPr>
        <p:spPr bwMode="ltGray">
          <a:xfrm>
            <a:off x="609600" y="6400165"/>
            <a:ext cx="3275509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noAutofit/>
          </a:bodyPr>
          <a:lstStyle/>
          <a:p>
            <a:pPr marL="0" marR="0" lvl="0" indent="0" algn="l" defTabSz="81431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rPr>
              <a:t>© 2026 Cisco and/or its affiliates. All rights reserved.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42B348-7CFA-9BD7-7FBA-A3E160A67776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4211637" y="6400165"/>
            <a:ext cx="3763963" cy="4572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pPr defTabSz="814318">
              <a:defRPr/>
            </a:pPr>
            <a:r>
              <a:rPr lang="en-US"/>
              <a:t>Session ID: BRKSEC-XXXX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ECAE8E-F596-3416-3914-B7C065191A87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9115425" y="6398991"/>
            <a:ext cx="1773238" cy="4572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kumimoji="0" lang="en-US" sz="700" b="0" i="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ＭＳ Ｐゴシック" charset="0"/>
                <a:cs typeface="CiscoSansTT Light" panose="020B0503020201020303" pitchFamily="34" charset="0"/>
              </a:defRPr>
            </a:lvl1pPr>
          </a:lstStyle>
          <a:p>
            <a:fld id="{C3C42FAE-7A31-41D3-A712-51D9B15D0B10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7" descr="Cisco Logo">
            <a:extLst>
              <a:ext uri="{FF2B5EF4-FFF2-40B4-BE49-F238E27FC236}">
                <a16:creationId xmlns:a16="http://schemas.microsoft.com/office/drawing/2014/main" id="{E912C7E4-465D-A60D-49E8-6866FAAE6559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11211519" y="6309995"/>
            <a:ext cx="348061" cy="1828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CAE3397-B7E0-F9B7-D1AC-C859F3CFC5A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779260"/>
            <a:ext cx="7938" cy="152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40260366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294" r:id="rId1"/>
    <p:sldLayoutId id="2147484295" r:id="rId2"/>
    <p:sldLayoutId id="2147484296" r:id="rId3"/>
    <p:sldLayoutId id="2147484246" r:id="rId4"/>
    <p:sldLayoutId id="2147484299" r:id="rId5"/>
    <p:sldLayoutId id="2147484247" r:id="rId6"/>
    <p:sldLayoutId id="2147484248" r:id="rId7"/>
    <p:sldLayoutId id="2147484249" r:id="rId8"/>
    <p:sldLayoutId id="2147484250" r:id="rId9"/>
    <p:sldLayoutId id="2147484251" r:id="rId10"/>
    <p:sldLayoutId id="2147484253" r:id="rId11"/>
    <p:sldLayoutId id="2147484254" r:id="rId12"/>
    <p:sldLayoutId id="2147484256" r:id="rId13"/>
    <p:sldLayoutId id="2147484252" r:id="rId14"/>
    <p:sldLayoutId id="2147484255" r:id="rId15"/>
    <p:sldLayoutId id="2147484257" r:id="rId16"/>
    <p:sldLayoutId id="2147484258" r:id="rId17"/>
    <p:sldLayoutId id="2147484259" r:id="rId18"/>
    <p:sldLayoutId id="2147484260" r:id="rId19"/>
    <p:sldLayoutId id="2147484261" r:id="rId20"/>
    <p:sldLayoutId id="2147484262" r:id="rId21"/>
    <p:sldLayoutId id="2147484263" r:id="rId22"/>
    <p:sldLayoutId id="2147484264" r:id="rId23"/>
    <p:sldLayoutId id="2147484265" r:id="rId24"/>
    <p:sldLayoutId id="2147484266" r:id="rId25"/>
    <p:sldLayoutId id="2147484267" r:id="rId26"/>
    <p:sldLayoutId id="2147484268" r:id="rId27"/>
    <p:sldLayoutId id="2147484269" r:id="rId28"/>
    <p:sldLayoutId id="2147484270" r:id="rId29"/>
    <p:sldLayoutId id="2147484271" r:id="rId30"/>
    <p:sldLayoutId id="2147484272" r:id="rId31"/>
    <p:sldLayoutId id="2147484273" r:id="rId32"/>
    <p:sldLayoutId id="2147484303" r:id="rId33"/>
    <p:sldLayoutId id="2147484274" r:id="rId34"/>
    <p:sldLayoutId id="2147484275" r:id="rId35"/>
    <p:sldLayoutId id="2147484276" r:id="rId36"/>
    <p:sldLayoutId id="2147484277" r:id="rId37"/>
    <p:sldLayoutId id="2147484278" r:id="rId38"/>
    <p:sldLayoutId id="2147484279" r:id="rId39"/>
    <p:sldLayoutId id="2147484286" r:id="rId40"/>
    <p:sldLayoutId id="2147484280" r:id="rId41"/>
    <p:sldLayoutId id="2147484281" r:id="rId42"/>
    <p:sldLayoutId id="2147484282" r:id="rId43"/>
    <p:sldLayoutId id="2147484283" r:id="rId44"/>
    <p:sldLayoutId id="2147484284" r:id="rId45"/>
    <p:sldLayoutId id="2147484285" r:id="rId46"/>
    <p:sldLayoutId id="2147484297" r:id="rId47"/>
    <p:sldLayoutId id="2147484301" r:id="rId48"/>
    <p:sldLayoutId id="2147484302" r:id="rId49"/>
    <p:sldLayoutId id="2147484288" r:id="rId50"/>
    <p:sldLayoutId id="2147484289" r:id="rId51"/>
    <p:sldLayoutId id="2147484298" r:id="rId52"/>
    <p:sldLayoutId id="2147484292" r:id="rId53"/>
    <p:sldLayoutId id="2147484293" r:id="rId54"/>
    <p:sldLayoutId id="2147484304" r:id="rId55"/>
    <p:sldLayoutId id="2147484305" r:id="rId5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912276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Tx/>
        <a:buSzPct val="70000"/>
        <a:buFont typeface="Arial" panose="020B0604020202020204" pitchFamily="34" charset="0"/>
        <a:buNone/>
        <a:defRPr lang="en-US" sz="3200" b="0" i="0" u="none" kern="1200" dirty="0">
          <a:solidFill>
            <a:schemeClr val="bg1"/>
          </a:solidFill>
          <a:latin typeface="+mj-lt"/>
          <a:ea typeface="CiscoSansTT Thin" charset="0"/>
          <a:cs typeface="CiscoSansTT Thin" charset="0"/>
        </a:defRPr>
      </a:lvl1pPr>
      <a:lvl2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2pPr>
      <a:lvl3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3pPr>
      <a:lvl4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4pPr>
      <a:lvl5pPr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5pPr>
      <a:lvl6pPr marL="60959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6pPr>
      <a:lvl7pPr marL="1219190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7pPr>
      <a:lvl8pPr marL="1828785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8pPr>
      <a:lvl9pPr marL="2438379" algn="l" defTabSz="912276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4267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8288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1pPr>
      <a:lvl2pPr marL="36576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2pPr>
      <a:lvl3pPr marL="54864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3pPr>
      <a:lvl4pPr marL="73152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4pPr>
      <a:lvl5pPr marL="914400" indent="-182880" algn="l" defTabSz="912276" rtl="0" eaLnBrk="1" fontAlgn="base" hangingPunct="1">
        <a:lnSpc>
          <a:spcPct val="100000"/>
        </a:lnSpc>
        <a:spcBef>
          <a:spcPts val="0"/>
        </a:spcBef>
        <a:spcAft>
          <a:spcPts val="1000"/>
        </a:spcAft>
        <a:buClr>
          <a:schemeClr val="bg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bg1"/>
          </a:solidFill>
          <a:latin typeface="+mn-lt"/>
          <a:ea typeface="ＭＳ Ｐゴシック" charset="0"/>
          <a:cs typeface="CiscoSans"/>
        </a:defRPr>
      </a:lvl5pPr>
      <a:lvl6pPr marL="1151798" indent="-228592" algn="l" defTabSz="914362" rtl="0" eaLnBrk="1" latinLnBrk="0" hangingPunct="1">
        <a:spcBef>
          <a:spcPts val="800"/>
        </a:spcBef>
        <a:buFont typeface="Arial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247781" indent="-228561" algn="l" defTabSz="914362" rtl="0" eaLnBrk="1" latinLnBrk="0" hangingPunct="1">
        <a:spcBef>
          <a:spcPts val="800"/>
        </a:spcBef>
        <a:buFont typeface="Arial" pitchFamily="34" charset="0"/>
        <a:buChar char="•"/>
        <a:defRPr sz="1067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267" indent="0" algn="l" defTabSz="914362" rtl="0" eaLnBrk="1" latinLnBrk="0" hangingPunct="1">
        <a:spcBef>
          <a:spcPct val="20000"/>
        </a:spcBef>
        <a:buFont typeface="Arial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38" indent="-228592" algn="l" defTabSz="91436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2pPr>
      <a:lvl3pPr marL="91436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2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5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3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6pPr>
      <a:lvl7pPr marL="2743086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7pPr>
      <a:lvl8pPr marL="3200267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0" algn="l" defTabSz="914362" rtl="0" eaLnBrk="1" latinLnBrk="0" hangingPunct="1">
        <a:defRPr sz="186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1" orient="horz" pos="2160" userDrawn="1">
          <p15:clr>
            <a:srgbClr val="F26B43"/>
          </p15:clr>
        </p15:guide>
        <p15:guide id="67" pos="384" userDrawn="1">
          <p15:clr>
            <a:srgbClr val="F26B43"/>
          </p15:clr>
        </p15:guide>
        <p15:guide id="68" pos="7283" userDrawn="1">
          <p15:clr>
            <a:srgbClr val="F26B43"/>
          </p15:clr>
        </p15:guide>
        <p15:guide id="69" pos="3840" userDrawn="1">
          <p15:clr>
            <a:srgbClr val="F26B43"/>
          </p15:clr>
        </p15:guide>
        <p15:guide id="70" orient="horz" pos="3840" userDrawn="1">
          <p15:clr>
            <a:srgbClr val="9FCC3B"/>
          </p15:clr>
        </p15:guide>
        <p15:guide id="71" orient="horz" pos="392" userDrawn="1">
          <p15:clr>
            <a:srgbClr val="F26B43"/>
          </p15:clr>
        </p15:guide>
        <p15:guide id="73" orient="horz" pos="2691" userDrawn="1">
          <p15:clr>
            <a:srgbClr val="A4A3A4"/>
          </p15:clr>
        </p15:guide>
        <p15:guide id="74" orient="horz" pos="583" userDrawn="1">
          <p15:clr>
            <a:srgbClr val="A4A3A4"/>
          </p15:clr>
        </p15:guide>
        <p15:guide id="75" orient="horz" pos="1732" userDrawn="1">
          <p15:clr>
            <a:srgbClr val="A4A3A4"/>
          </p15:clr>
        </p15:guide>
        <p15:guide id="76" orient="horz" pos="2307" userDrawn="1">
          <p15:clr>
            <a:srgbClr val="A4A3A4"/>
          </p15:clr>
        </p15:guide>
        <p15:guide id="77" orient="horz" pos="4090" userDrawn="1">
          <p15:clr>
            <a:srgbClr val="F26B43"/>
          </p15:clr>
        </p15:guide>
        <p15:guide id="78" orient="horz" pos="1157" userDrawn="1">
          <p15:clr>
            <a:srgbClr val="A4A3A4"/>
          </p15:clr>
        </p15:guide>
        <p15:guide id="79" orient="horz" pos="1349" userDrawn="1">
          <p15:clr>
            <a:srgbClr val="A4A3A4"/>
          </p15:clr>
        </p15:guide>
        <p15:guide id="80" orient="horz" pos="1541" userDrawn="1">
          <p15:clr>
            <a:srgbClr val="A4A3A4"/>
          </p15:clr>
        </p15:guide>
        <p15:guide id="81" pos="755" userDrawn="1">
          <p15:clr>
            <a:srgbClr val="A4A3A4"/>
          </p15:clr>
        </p15:guide>
        <p15:guide id="82" pos="987" userDrawn="1">
          <p15:clr>
            <a:srgbClr val="A4A3A4"/>
          </p15:clr>
        </p15:guide>
        <p15:guide id="83" pos="1349" userDrawn="1">
          <p15:clr>
            <a:srgbClr val="A4A3A4"/>
          </p15:clr>
        </p15:guide>
        <p15:guide id="84" pos="1584" userDrawn="1">
          <p15:clr>
            <a:srgbClr val="A4A3A4"/>
          </p15:clr>
        </p15:guide>
        <p15:guide id="85" pos="1941" userDrawn="1">
          <p15:clr>
            <a:srgbClr val="A4A3A4"/>
          </p15:clr>
        </p15:guide>
        <p15:guide id="86" pos="2172" userDrawn="1">
          <p15:clr>
            <a:srgbClr val="A4A3A4"/>
          </p15:clr>
        </p15:guide>
        <p15:guide id="87" pos="2536" userDrawn="1">
          <p15:clr>
            <a:srgbClr val="A4A3A4"/>
          </p15:clr>
        </p15:guide>
        <p15:guide id="88" pos="2767" userDrawn="1">
          <p15:clr>
            <a:srgbClr val="A4A3A4"/>
          </p15:clr>
        </p15:guide>
        <p15:guide id="89" pos="3129" userDrawn="1">
          <p15:clr>
            <a:srgbClr val="A4A3A4"/>
          </p15:clr>
        </p15:guide>
        <p15:guide id="90" pos="3359" userDrawn="1">
          <p15:clr>
            <a:srgbClr val="A4A3A4"/>
          </p15:clr>
        </p15:guide>
        <p15:guide id="91" pos="3723" userDrawn="1">
          <p15:clr>
            <a:srgbClr val="A4A3A4"/>
          </p15:clr>
        </p15:guide>
        <p15:guide id="92" pos="3952" userDrawn="1">
          <p15:clr>
            <a:srgbClr val="A4A3A4"/>
          </p15:clr>
        </p15:guide>
        <p15:guide id="93" pos="4316" userDrawn="1">
          <p15:clr>
            <a:srgbClr val="A4A3A4"/>
          </p15:clr>
        </p15:guide>
        <p15:guide id="94" pos="4546" userDrawn="1">
          <p15:clr>
            <a:srgbClr val="A4A3A4"/>
          </p15:clr>
        </p15:guide>
        <p15:guide id="95" pos="4909" userDrawn="1">
          <p15:clr>
            <a:srgbClr val="A4A3A4"/>
          </p15:clr>
        </p15:guide>
        <p15:guide id="96" pos="5139" userDrawn="1">
          <p15:clr>
            <a:srgbClr val="A4A3A4"/>
          </p15:clr>
        </p15:guide>
        <p15:guide id="97" pos="5496" userDrawn="1">
          <p15:clr>
            <a:srgbClr val="A4A3A4"/>
          </p15:clr>
        </p15:guide>
        <p15:guide id="98" pos="5742" userDrawn="1">
          <p15:clr>
            <a:srgbClr val="A4A3A4"/>
          </p15:clr>
        </p15:guide>
        <p15:guide id="99" pos="6360" userDrawn="1">
          <p15:clr>
            <a:srgbClr val="A4A3A4"/>
          </p15:clr>
        </p15:guide>
        <p15:guide id="101" pos="6688" userDrawn="1">
          <p15:clr>
            <a:srgbClr val="A4A3A4"/>
          </p15:clr>
        </p15:guide>
        <p15:guide id="102" pos="6919" userDrawn="1">
          <p15:clr>
            <a:srgbClr val="A4A3A4"/>
          </p15:clr>
        </p15:guide>
        <p15:guide id="103" orient="horz" pos="774" userDrawn="1">
          <p15:clr>
            <a:srgbClr val="A4A3A4"/>
          </p15:clr>
        </p15:guide>
        <p15:guide id="104" orient="horz" pos="966" userDrawn="1">
          <p15:clr>
            <a:srgbClr val="A4A3A4"/>
          </p15:clr>
        </p15:guide>
        <p15:guide id="105" orient="horz" pos="1924" userDrawn="1">
          <p15:clr>
            <a:srgbClr val="A4A3A4"/>
          </p15:clr>
        </p15:guide>
        <p15:guide id="106" orient="horz" pos="2881" userDrawn="1">
          <p15:clr>
            <a:srgbClr val="A4A3A4"/>
          </p15:clr>
        </p15:guide>
        <p15:guide id="107" orient="horz" pos="3073" userDrawn="1">
          <p15:clr>
            <a:srgbClr val="A4A3A4"/>
          </p15:clr>
        </p15:guide>
        <p15:guide id="108" orient="horz" pos="3264" userDrawn="1">
          <p15:clr>
            <a:srgbClr val="A4A3A4"/>
          </p15:clr>
        </p15:guide>
        <p15:guide id="109" orient="horz" pos="3456" userDrawn="1">
          <p15:clr>
            <a:srgbClr val="A4A3A4"/>
          </p15:clr>
        </p15:guide>
        <p15:guide id="110" orient="horz" pos="3648" userDrawn="1">
          <p15:clr>
            <a:srgbClr val="A4A3A4"/>
          </p15:clr>
        </p15:guide>
        <p15:guide id="111" orient="horz" pos="2115" userDrawn="1">
          <p15:clr>
            <a:srgbClr val="A4A3A4"/>
          </p15:clr>
        </p15:guide>
        <p15:guide id="112" orient="horz" pos="3925" userDrawn="1">
          <p15:clr>
            <a:srgbClr val="A4A3A4"/>
          </p15:clr>
        </p15:guide>
        <p15:guide id="113" orient="horz" pos="377" userDrawn="1">
          <p15:clr>
            <a:srgbClr val="9FCC3B"/>
          </p15:clr>
        </p15:guide>
        <p15:guide id="115" pos="870" userDrawn="1">
          <p15:clr>
            <a:srgbClr val="9FCC3B"/>
          </p15:clr>
        </p15:guide>
        <p15:guide id="116" pos="1467" userDrawn="1">
          <p15:clr>
            <a:srgbClr val="9FCC3B"/>
          </p15:clr>
        </p15:guide>
        <p15:guide id="117" pos="2057" userDrawn="1">
          <p15:clr>
            <a:srgbClr val="9FCC3B"/>
          </p15:clr>
        </p15:guide>
        <p15:guide id="118" pos="2650" userDrawn="1">
          <p15:clr>
            <a:srgbClr val="9FCC3B"/>
          </p15:clr>
        </p15:guide>
        <p15:guide id="119" pos="3243" userDrawn="1">
          <p15:clr>
            <a:srgbClr val="9FCC3B"/>
          </p15:clr>
        </p15:guide>
        <p15:guide id="120" pos="4431" userDrawn="1">
          <p15:clr>
            <a:srgbClr val="9FCC3B"/>
          </p15:clr>
        </p15:guide>
        <p15:guide id="121" pos="5024" userDrawn="1">
          <p15:clr>
            <a:srgbClr val="9FCC3B"/>
          </p15:clr>
        </p15:guide>
        <p15:guide id="122" pos="5616" userDrawn="1">
          <p15:clr>
            <a:srgbClr val="9FCC3B"/>
          </p15:clr>
        </p15:guide>
        <p15:guide id="123" pos="6801" userDrawn="1">
          <p15:clr>
            <a:srgbClr val="9FCC3B"/>
          </p15:clr>
        </p15:guide>
        <p15:guide id="124" pos="6210" userDrawn="1">
          <p15:clr>
            <a:srgbClr val="9FCC3B"/>
          </p15:clr>
        </p15:guide>
        <p15:guide id="126" orient="horz" pos="229" userDrawn="1">
          <p15:clr>
            <a:srgbClr val="A4A3A4"/>
          </p15:clr>
        </p15:guide>
        <p15:guide id="127" orient="horz" pos="2498" userDrawn="1">
          <p15:clr>
            <a:srgbClr val="A4A3A4"/>
          </p15:clr>
        </p15:guide>
        <p15:guide id="128" pos="6096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13" Type="http://schemas.openxmlformats.org/officeDocument/2006/relationships/image" Target="../media/image27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26.svg"/><Relationship Id="rId2" Type="http://schemas.openxmlformats.org/officeDocument/2006/relationships/image" Target="../media/image16.png"/><Relationship Id="rId16" Type="http://schemas.openxmlformats.org/officeDocument/2006/relationships/image" Target="../media/image30.sv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0.sv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svg"/><Relationship Id="rId14" Type="http://schemas.openxmlformats.org/officeDocument/2006/relationships/image" Target="../media/image28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6.xml"/><Relationship Id="rId6" Type="http://schemas.openxmlformats.org/officeDocument/2006/relationships/image" Target="../media/image34.png"/><Relationship Id="rId5" Type="http://schemas.openxmlformats.org/officeDocument/2006/relationships/image" Target="../media/image33.svg"/><Relationship Id="rId4" Type="http://schemas.openxmlformats.org/officeDocument/2006/relationships/image" Target="../media/image32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hyperlink" Target="http://www.ciscolive.com/on-demand" TargetMode="Externa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7F789-C8C3-2781-A4E9-79A6191C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F5A61E5-8516-436F-2E73-62F77A308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22854"/>
            <a:ext cx="7187184" cy="2112539"/>
          </a:xfrm>
        </p:spPr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Draft – Last Minute Changes Expected</a:t>
            </a:r>
            <a:br>
              <a:rPr lang="en-US" dirty="0"/>
            </a:br>
            <a:r>
              <a:rPr lang="en-US" dirty="0"/>
              <a:t>Hands-on AI in Action with Webex Contact Center: Enhancing Self-Service, Agent Assistance &amp; Customer Insights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AECE995-B7EC-DD32-017E-9EF35F300C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LTRCCT-2000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9978FD-D1D2-C31D-031E-32A824E757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4271963"/>
            <a:ext cx="3416300" cy="223837"/>
          </a:xfrm>
        </p:spPr>
        <p:txBody>
          <a:bodyPr/>
          <a:lstStyle/>
          <a:p>
            <a:r>
              <a:rPr lang="en-US" dirty="0"/>
              <a:t>Dominico Gonsalves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2FD4499-3F94-D529-61BC-EA3D86F510A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Session ID: LTRCCT-2000</a:t>
            </a:r>
          </a:p>
        </p:txBody>
      </p:sp>
    </p:spTree>
    <p:extLst>
      <p:ext uri="{BB962C8B-B14F-4D97-AF65-F5344CB8AC3E}">
        <p14:creationId xmlns:p14="http://schemas.microsoft.com/office/powerpoint/2010/main" val="3580855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7145E5-742F-75E6-B1E5-0C5399E91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Cisco Webex App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24EBA64-7C8A-3687-4AC6-6E408996BC56}"/>
              </a:ext>
            </a:extLst>
          </p:cNvPr>
          <p:cNvSpPr txBox="1">
            <a:spLocks/>
          </p:cNvSpPr>
          <p:nvPr/>
        </p:nvSpPr>
        <p:spPr>
          <a:xfrm>
            <a:off x="584962" y="1511753"/>
            <a:ext cx="5118577" cy="924337"/>
          </a:xfrm>
          <a:prstGeom prst="rect">
            <a:avLst/>
          </a:prstGeom>
        </p:spPr>
        <p:txBody>
          <a:bodyPr lIns="91440" tIns="45720" rIns="91440" bIns="45720" anchor="t"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1905" marR="0" lvl="0" indent="0" algn="l" defTabSz="1219110" rtl="0" eaLnBrk="1" fontAlgn="base" latinLnBrk="0" hangingPunct="1">
              <a:spcBef>
                <a:spcPts val="0"/>
              </a:spcBef>
              <a:spcAft>
                <a:spcPts val="60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iscoSansTT" panose="020B0503020201020303" pitchFamily="34" charset="0"/>
                <a:sym typeface="Arial" pitchFamily="34" charset="0"/>
              </a:rPr>
              <a:t>Questions? </a:t>
            </a:r>
            <a:endParaRPr kumimoji="0" lang="en-US" sz="1600" kern="0" dirty="0">
              <a:solidFill>
                <a:schemeClr val="bg1"/>
              </a:solidFill>
              <a:latin typeface="+mn-lt"/>
              <a:ea typeface="+mn-ea"/>
              <a:cs typeface="CiscoSansTT"/>
              <a:sym typeface="Arial" pitchFamily="34" charset="0"/>
            </a:endParaRPr>
          </a:p>
          <a:p>
            <a:pPr marL="1905" marR="0" lvl="0" indent="0" algn="l" defTabSz="1219110" rtl="0" eaLnBrk="1" fontAlgn="base" latinLnBrk="0" hangingPunct="1">
              <a:spcBef>
                <a:spcPts val="0"/>
              </a:spcBef>
              <a:spcAft>
                <a:spcPts val="60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iscoSansTT"/>
                <a:sym typeface="Arial" pitchFamily="34" charset="0"/>
              </a:rPr>
              <a:t>Use Cisco Webex App</a:t>
            </a:r>
            <a:r>
              <a:rPr lang="en-US" sz="1600" kern="0" dirty="0">
                <a:solidFill>
                  <a:schemeClr val="bg1"/>
                </a:solidFill>
                <a:latin typeface="+mn-lt"/>
                <a:ea typeface="ＭＳ Ｐゴシック"/>
                <a:cs typeface="CiscoSansTT"/>
              </a:rPr>
              <a:t>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iscoSansTT"/>
                <a:sym typeface="Arial" pitchFamily="34" charset="0"/>
              </a:rPr>
              <a:t>to chat </a:t>
            </a:r>
            <a:br>
              <a:rPr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iscoSansTT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iscoSansTT"/>
                <a:sym typeface="Arial" pitchFamily="34" charset="0"/>
              </a:rPr>
              <a:t>with the speaker after the session</a:t>
            </a:r>
            <a:endParaRPr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CiscoSansT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802E20-A8F9-5BBF-2E3F-B1BC33770267}"/>
              </a:ext>
            </a:extLst>
          </p:cNvPr>
          <p:cNvSpPr txBox="1">
            <a:spLocks/>
          </p:cNvSpPr>
          <p:nvPr/>
        </p:nvSpPr>
        <p:spPr>
          <a:xfrm>
            <a:off x="984796" y="3235074"/>
            <a:ext cx="5626110" cy="17642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45720" rIns="91440" bIns="45720" anchor="t"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1905" marR="0" lvl="0" indent="0" algn="l" defTabSz="1219110" rtl="0" eaLnBrk="1" fontAlgn="base" latinLnBrk="0" hangingPunct="1">
              <a:spcBef>
                <a:spcPts val="0"/>
              </a:spcBef>
              <a:spcAft>
                <a:spcPts val="180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iscoSansTT"/>
                <a:sym typeface="Arial" pitchFamily="34" charset="0"/>
              </a:rPr>
              <a:t>Find this session in the Cisco Live Mobile App</a:t>
            </a:r>
            <a:endParaRPr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CiscoSansTT"/>
            </a:endParaRPr>
          </a:p>
          <a:p>
            <a:pPr marL="1905" marR="0" lvl="0" indent="0" algn="l" defTabSz="1219110" rtl="0" eaLnBrk="1" fontAlgn="base" latinLnBrk="0" hangingPunct="1">
              <a:spcBef>
                <a:spcPts val="0"/>
              </a:spcBef>
              <a:spcAft>
                <a:spcPts val="180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iscoSansTT"/>
                <a:sym typeface="Arial" pitchFamily="34" charset="0"/>
              </a:rPr>
              <a:t>Click “Join the Discussion”</a:t>
            </a:r>
            <a:endParaRPr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CiscoSansTT"/>
            </a:endParaRPr>
          </a:p>
          <a:p>
            <a:pPr marL="1905" marR="0" lvl="0" indent="0" algn="l" defTabSz="1219110" rtl="0" eaLnBrk="1" fontAlgn="base" latinLnBrk="0" hangingPunct="1">
              <a:spcBef>
                <a:spcPts val="0"/>
              </a:spcBef>
              <a:spcAft>
                <a:spcPts val="180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iscoSansTT"/>
                <a:sym typeface="Arial" pitchFamily="34" charset="0"/>
              </a:rPr>
              <a:t>Install the Webex App or go directly to the Webex space</a:t>
            </a:r>
            <a:endParaRPr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CiscoSansTT"/>
            </a:endParaRPr>
          </a:p>
          <a:p>
            <a:pPr marL="1905" marR="0" lvl="0" indent="0" algn="l" defTabSz="1219110" rtl="0" eaLnBrk="1" fontAlgn="base" latinLnBrk="0" hangingPunct="1">
              <a:spcBef>
                <a:spcPts val="0"/>
              </a:spcBef>
              <a:spcAft>
                <a:spcPts val="1800"/>
              </a:spcAft>
              <a:buClrTx/>
              <a:buSzPct val="80000"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CiscoSansTT"/>
                <a:sym typeface="Arial" pitchFamily="34" charset="0"/>
              </a:rPr>
              <a:t>Enter messages/questions in the Webex space</a:t>
            </a:r>
            <a:endParaRPr lang="en-US" sz="16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CiscoSansTT"/>
            </a:endParaRP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6503370-8B24-384C-175B-B002FF2BAF03}"/>
              </a:ext>
            </a:extLst>
          </p:cNvPr>
          <p:cNvSpPr txBox="1">
            <a:spLocks/>
          </p:cNvSpPr>
          <p:nvPr/>
        </p:nvSpPr>
        <p:spPr>
          <a:xfrm>
            <a:off x="584964" y="2844464"/>
            <a:ext cx="4063999" cy="318124"/>
          </a:xfrm>
          <a:prstGeom prst="rect">
            <a:avLst/>
          </a:prstGeom>
        </p:spPr>
        <p:txBody>
          <a:bodyPr anchor="t"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1905" defTabSz="121911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80000"/>
              <a:defRPr/>
            </a:pPr>
            <a:r>
              <a:rPr lang="en-US" sz="1600" b="1" kern="0">
                <a:solidFill>
                  <a:schemeClr val="bg1"/>
                </a:solidFill>
                <a:latin typeface="+mn-lt"/>
                <a:ea typeface="+mn-ea"/>
                <a:cs typeface="CiscoSansTT" panose="020B0503020201020303" pitchFamily="34" charset="0"/>
                <a:sym typeface="Arial" pitchFamily="34" charset="0"/>
              </a:rPr>
              <a:t>How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CF120A9-DFA4-1395-0380-946B122C87CC}"/>
              </a:ext>
            </a:extLst>
          </p:cNvPr>
          <p:cNvSpPr txBox="1">
            <a:spLocks/>
          </p:cNvSpPr>
          <p:nvPr/>
        </p:nvSpPr>
        <p:spPr>
          <a:xfrm>
            <a:off x="584962" y="5401677"/>
            <a:ext cx="7332356" cy="326556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1905" defTabSz="121911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SzPct val="80000"/>
              <a:defRPr/>
            </a:pPr>
            <a:r>
              <a:rPr lang="en-US" sz="1600" b="1" kern="0" dirty="0">
                <a:solidFill>
                  <a:schemeClr val="bg1"/>
                </a:solidFill>
                <a:latin typeface="+mn-lt"/>
                <a:ea typeface="+mn-ea"/>
                <a:cs typeface="CiscoSansTT" panose="020B0503020201020303" pitchFamily="34" charset="0"/>
                <a:sym typeface="Arial" pitchFamily="34" charset="0"/>
              </a:rPr>
              <a:t>Webex spaces will be moderated by the speaker until Nov 19, 2026.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30194B-734E-A30F-6FA7-438FDA0253F5}"/>
              </a:ext>
            </a:extLst>
          </p:cNvPr>
          <p:cNvSpPr>
            <a:spLocks noChangeAspect="1"/>
          </p:cNvSpPr>
          <p:nvPr/>
        </p:nvSpPr>
        <p:spPr>
          <a:xfrm>
            <a:off x="686291" y="3263242"/>
            <a:ext cx="274660" cy="2746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ctr" defTabSz="6095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CiscoSansTT"/>
              </a:rPr>
              <a:t>1</a:t>
            </a:r>
            <a:endParaRPr lang="en-US" sz="13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CiscoSansTT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231762-2F82-AEE6-EBCE-73F34D56AB59}"/>
              </a:ext>
            </a:extLst>
          </p:cNvPr>
          <p:cNvSpPr>
            <a:spLocks noChangeAspect="1"/>
          </p:cNvSpPr>
          <p:nvPr/>
        </p:nvSpPr>
        <p:spPr>
          <a:xfrm>
            <a:off x="686291" y="3733447"/>
            <a:ext cx="274660" cy="2746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ctr" defTabSz="6095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CiscoSansTT"/>
              </a:rPr>
              <a:t>2</a:t>
            </a:r>
            <a:endParaRPr lang="en-US" sz="13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CiscoSansTT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474802A-556F-257A-D09D-CABA4EFE1B3B}"/>
              </a:ext>
            </a:extLst>
          </p:cNvPr>
          <p:cNvSpPr>
            <a:spLocks noChangeAspect="1"/>
          </p:cNvSpPr>
          <p:nvPr/>
        </p:nvSpPr>
        <p:spPr>
          <a:xfrm>
            <a:off x="686291" y="4203652"/>
            <a:ext cx="274660" cy="2746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ctr" defTabSz="6095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CiscoSansTT"/>
              </a:rPr>
              <a:t>3</a:t>
            </a:r>
            <a:endParaRPr lang="en-US" sz="13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CiscoSansTT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75389F-D44A-7A6A-CE45-4A68B6663926}"/>
              </a:ext>
            </a:extLst>
          </p:cNvPr>
          <p:cNvSpPr>
            <a:spLocks noChangeAspect="1"/>
          </p:cNvSpPr>
          <p:nvPr/>
        </p:nvSpPr>
        <p:spPr>
          <a:xfrm>
            <a:off x="686291" y="4673857"/>
            <a:ext cx="274660" cy="274660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marL="0" marR="0" lvl="0" indent="0" algn="ctr" defTabSz="60957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CiscoSansTT"/>
              </a:rPr>
              <a:t>4</a:t>
            </a:r>
            <a:endParaRPr lang="en-US" sz="13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+mn-lt"/>
              <a:ea typeface="+mn-ea"/>
              <a:cs typeface="CiscoSansTT"/>
            </a:endParaRPr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9F9B2995-421C-A746-7C58-4ECBDB28B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LTRCCT-2000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4EF29C0-02FB-4D67-1049-D3659E9D7AF0}"/>
              </a:ext>
            </a:extLst>
          </p:cNvPr>
          <p:cNvGrpSpPr/>
          <p:nvPr/>
        </p:nvGrpSpPr>
        <p:grpSpPr>
          <a:xfrm>
            <a:off x="7909648" y="346149"/>
            <a:ext cx="4282352" cy="5951757"/>
            <a:chOff x="7909648" y="346149"/>
            <a:chExt cx="4282352" cy="5951757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3C552951-0099-A766-5260-6161C4937C01}"/>
                </a:ext>
              </a:extLst>
            </p:cNvPr>
            <p:cNvGrpSpPr/>
            <p:nvPr/>
          </p:nvGrpSpPr>
          <p:grpSpPr>
            <a:xfrm>
              <a:off x="7909648" y="346149"/>
              <a:ext cx="4282352" cy="5951757"/>
              <a:chOff x="7909648" y="346149"/>
              <a:chExt cx="4282352" cy="5951757"/>
            </a:xfrm>
          </p:grpSpPr>
          <p:pic>
            <p:nvPicPr>
              <p:cNvPr id="73" name="Picture 72" descr="Mobile phone">
                <a:extLst>
                  <a:ext uri="{FF2B5EF4-FFF2-40B4-BE49-F238E27FC236}">
                    <a16:creationId xmlns:a16="http://schemas.microsoft.com/office/drawing/2014/main" id="{CE334673-7E28-81B3-64D3-BE69CC2B399C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rightnessContrast contrast="-50000"/>
                        </a14:imgEffect>
                      </a14:imgLayer>
                    </a14:imgProps>
                  </a:ext>
                </a:extLst>
              </a:blip>
              <a:srcRect l="32447" r="23284"/>
              <a:stretch>
                <a:fillRect/>
              </a:stretch>
            </p:blipFill>
            <p:spPr>
              <a:xfrm>
                <a:off x="7909648" y="346149"/>
                <a:ext cx="4282352" cy="5951757"/>
              </a:xfrm>
              <a:prstGeom prst="rect">
                <a:avLst/>
              </a:prstGeom>
            </p:spPr>
          </p:pic>
          <p:sp>
            <p:nvSpPr>
              <p:cNvPr id="74" name="Rounded Rectangle 3" descr="Phone screen">
                <a:extLst>
                  <a:ext uri="{FF2B5EF4-FFF2-40B4-BE49-F238E27FC236}">
                    <a16:creationId xmlns:a16="http://schemas.microsoft.com/office/drawing/2014/main" id="{1314DF93-131D-5B0B-24C9-512471AD0CCC}"/>
                  </a:ext>
                </a:extLst>
              </p:cNvPr>
              <p:cNvSpPr/>
              <p:nvPr/>
            </p:nvSpPr>
            <p:spPr>
              <a:xfrm>
                <a:off x="8481094" y="892193"/>
                <a:ext cx="2253086" cy="4869278"/>
              </a:xfrm>
              <a:prstGeom prst="roundRect">
                <a:avLst>
                  <a:gd name="adj" fmla="val 11552"/>
                </a:avLst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60937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>
                  <a:ln>
                    <a:noFill/>
                  </a:ln>
                  <a:solidFill>
                    <a:srgbClr val="414144"/>
                  </a:solidFill>
                  <a:effectLst/>
                  <a:uLnTx/>
                  <a:uFillTx/>
                  <a:latin typeface="CiscoSansTT Light"/>
                </a:endParaRPr>
              </a:p>
            </p:txBody>
          </p:sp>
        </p:grpSp>
        <p:grpSp>
          <p:nvGrpSpPr>
            <p:cNvPr id="57" name="Phone">
              <a:extLst>
                <a:ext uri="{FF2B5EF4-FFF2-40B4-BE49-F238E27FC236}">
                  <a16:creationId xmlns:a16="http://schemas.microsoft.com/office/drawing/2014/main" id="{8039FDD3-1622-B3F2-7FB9-6153D86FE0BC}"/>
                </a:ext>
              </a:extLst>
            </p:cNvPr>
            <p:cNvGrpSpPr/>
            <p:nvPr/>
          </p:nvGrpSpPr>
          <p:grpSpPr>
            <a:xfrm>
              <a:off x="8481094" y="1639675"/>
              <a:ext cx="2253083" cy="3948491"/>
              <a:chOff x="6735757" y="974192"/>
              <a:chExt cx="1317222" cy="2308412"/>
            </a:xfrm>
          </p:grpSpPr>
          <p:pic>
            <p:nvPicPr>
              <p:cNvPr id="68" name="Webex Screen">
                <a:extLst>
                  <a:ext uri="{FF2B5EF4-FFF2-40B4-BE49-F238E27FC236}">
                    <a16:creationId xmlns:a16="http://schemas.microsoft.com/office/drawing/2014/main" id="{9A04DA24-2D64-F0B7-8860-18AE0400BAE3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4"/>
              <a:srcRect l="19" t="22518" r="-115" b="-3572"/>
              <a:stretch/>
            </p:blipFill>
            <p:spPr>
              <a:xfrm>
                <a:off x="6735757" y="974192"/>
                <a:ext cx="1317222" cy="2308412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69" name="Webex Logo">
                <a:extLst>
                  <a:ext uri="{FF2B5EF4-FFF2-40B4-BE49-F238E27FC236}">
                    <a16:creationId xmlns:a16="http://schemas.microsoft.com/office/drawing/2014/main" id="{3D867EF4-5126-4A44-0EC1-7D0C1EEAC8EA}"/>
                  </a:ext>
                </a:extLst>
              </p:cNvPr>
              <p:cNvGrpSpPr/>
              <p:nvPr userDrawn="1"/>
            </p:nvGrpSpPr>
            <p:grpSpPr>
              <a:xfrm>
                <a:off x="6761774" y="2760482"/>
                <a:ext cx="180808" cy="177049"/>
                <a:chOff x="6761774" y="2760482"/>
                <a:chExt cx="180808" cy="177049"/>
              </a:xfrm>
            </p:grpSpPr>
            <p:sp>
              <p:nvSpPr>
                <p:cNvPr id="71" name="White Background">
                  <a:extLst>
                    <a:ext uri="{FF2B5EF4-FFF2-40B4-BE49-F238E27FC236}">
                      <a16:creationId xmlns:a16="http://schemas.microsoft.com/office/drawing/2014/main" id="{4906ED91-3BB8-D0AE-5374-531B490F505D}"/>
                    </a:ext>
                  </a:extLst>
                </p:cNvPr>
                <p:cNvSpPr/>
                <p:nvPr/>
              </p:nvSpPr>
              <p:spPr>
                <a:xfrm>
                  <a:off x="6787134" y="2760482"/>
                  <a:ext cx="155448" cy="146304"/>
                </a:xfrm>
                <a:prstGeom prst="rect">
                  <a:avLst/>
                </a:prstGeom>
                <a:solidFill>
                  <a:srgbClr val="FFFFFF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>
                  <a:defPPr>
                    <a:defRPr lang="en-US"/>
                  </a:defPPr>
                  <a:lvl1pPr algn="l" defTabSz="609585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1pPr>
                  <a:lvl2pPr marL="609585" algn="l" defTabSz="609585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2pPr>
                  <a:lvl3pPr marL="1219170" algn="l" defTabSz="609585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3pPr>
                  <a:lvl4pPr marL="1828754" algn="l" defTabSz="609585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4pPr>
                  <a:lvl5pPr marL="2438339" algn="l" defTabSz="609585" rtl="0" fontAlgn="base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5pPr>
                  <a:lvl6pPr marL="3047924" algn="l" defTabSz="609585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6pPr>
                  <a:lvl7pPr marL="3657509" algn="l" defTabSz="609585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7pPr>
                  <a:lvl8pPr marL="4267093" algn="l" defTabSz="609585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8pPr>
                  <a:lvl9pPr marL="4876678" algn="l" defTabSz="609585" rtl="0" eaLnBrk="1" latinLnBrk="0" hangingPunct="1">
                    <a:defRPr kern="1200">
                      <a:solidFill>
                        <a:schemeClr val="tx1"/>
                      </a:solidFill>
                      <a:latin typeface="Arial" charset="0"/>
                      <a:ea typeface="ＭＳ Ｐゴシック" charset="0"/>
                      <a:cs typeface="ＭＳ Ｐゴシック" charset="0"/>
                    </a:defRPr>
                  </a:lvl9pPr>
                </a:lstStyle>
                <a:p>
                  <a:pPr marL="0" marR="0" lvl="0" indent="0" algn="ctr" defTabSz="60957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5073"/>
                    </a:solidFill>
                    <a:effectLst/>
                    <a:uLnTx/>
                    <a:uFillTx/>
                    <a:latin typeface="CiscoSansTT"/>
                    <a:ea typeface="ＭＳ Ｐゴシック" charset="0"/>
                    <a:cs typeface="CiscoSansTT"/>
                  </a:endParaRPr>
                </a:p>
              </p:txBody>
            </p:sp>
            <p:pic>
              <p:nvPicPr>
                <p:cNvPr id="72" name="WebexLogo_Color.png" descr="WebexLogo_Color.png">
                  <a:extLst>
                    <a:ext uri="{FF2B5EF4-FFF2-40B4-BE49-F238E27FC236}">
                      <a16:creationId xmlns:a16="http://schemas.microsoft.com/office/drawing/2014/main" id="{81F31550-E03A-569C-9E90-9BD8C4D4AA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screen">
                  <a:extLst>
                    <a:ext uri="{28A0092B-C50C-407E-A947-70E740481C1C}">
                      <a14:useLocalDpi xmlns:a14="http://schemas.microsoft.com/office/drawing/2010/main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761774" y="2788306"/>
                  <a:ext cx="149225" cy="149225"/>
                </a:xfrm>
                <a:prstGeom prst="rect">
                  <a:avLst/>
                </a:prstGeom>
                <a:ln w="12700">
                  <a:miter lim="400000"/>
                </a:ln>
              </p:spPr>
            </p:pic>
          </p:grpSp>
          <p:sp>
            <p:nvSpPr>
              <p:cNvPr id="70" name="Notes">
                <a:extLst>
                  <a:ext uri="{FF2B5EF4-FFF2-40B4-BE49-F238E27FC236}">
                    <a16:creationId xmlns:a16="http://schemas.microsoft.com/office/drawing/2014/main" id="{9A46EBA0-C30A-AF4B-0E4B-B0F3FFA31269}"/>
                  </a:ext>
                </a:extLst>
              </p:cNvPr>
              <p:cNvSpPr/>
              <p:nvPr/>
            </p:nvSpPr>
            <p:spPr>
              <a:xfrm>
                <a:off x="6763084" y="3098829"/>
                <a:ext cx="1281248" cy="99604"/>
              </a:xfrm>
              <a:prstGeom prst="rect">
                <a:avLst/>
              </a:prstGeom>
              <a:solidFill>
                <a:srgbClr val="FFFFFF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>
                <a:defPPr>
                  <a:defRPr lang="en-US"/>
                </a:defPPr>
                <a:lvl1pPr algn="l" defTabSz="609585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609585" algn="l" defTabSz="609585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2pPr>
                <a:lvl3pPr marL="1219170" algn="l" defTabSz="609585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3pPr>
                <a:lvl4pPr marL="1828754" algn="l" defTabSz="609585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4pPr>
                <a:lvl5pPr marL="2438339" algn="l" defTabSz="609585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5pPr>
                <a:lvl6pPr marL="3047924" algn="l" defTabSz="609585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6pPr>
                <a:lvl7pPr marL="3657509" algn="l" defTabSz="609585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7pPr>
                <a:lvl8pPr marL="4267093" algn="l" defTabSz="609585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8pPr>
                <a:lvl9pPr marL="4876678" algn="l" defTabSz="609585" rtl="0" eaLnBrk="1" latinLnBrk="0" hangingPunct="1">
                  <a:defRPr kern="12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9pPr>
              </a:lstStyle>
              <a:p>
                <a:pPr marL="0" marR="0" lvl="0" indent="0" algn="l" defTabSz="609585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600" b="0" i="0" u="none" strike="noStrike" kern="1200" cap="none" spc="0" normalizeH="0" baseline="0" noProof="0">
                    <a:ln>
                      <a:noFill/>
                    </a:ln>
                    <a:solidFill>
                      <a:srgbClr val="525E6C">
                        <a:lumMod val="65000"/>
                      </a:srgbClr>
                    </a:solidFill>
                    <a:effectLst/>
                    <a:uLnTx/>
                    <a:uFillTx/>
                    <a:latin typeface="CiscoSansTT"/>
                    <a:ea typeface="ＭＳ Ｐゴシック" charset="0"/>
                    <a:cs typeface="CiscoSansTT"/>
                  </a:rPr>
                  <a:t>Enter your personal notes here</a:t>
                </a:r>
              </a:p>
            </p:txBody>
          </p:sp>
        </p:grp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506553BF-2F81-E270-27CC-9B56E2F86DA4}"/>
                </a:ext>
              </a:extLst>
            </p:cNvPr>
            <p:cNvSpPr/>
            <p:nvPr/>
          </p:nvSpPr>
          <p:spPr>
            <a:xfrm>
              <a:off x="8294569" y="4685092"/>
              <a:ext cx="2637890" cy="357635"/>
            </a:xfrm>
            <a:prstGeom prst="roundRect">
              <a:avLst>
                <a:gd name="adj" fmla="val 18271"/>
              </a:avLst>
            </a:prstGeom>
            <a:noFill/>
            <a:ln w="25400" cap="flat" cmpd="sng" algn="ctr">
              <a:solidFill>
                <a:srgbClr val="3070E7"/>
              </a:solidFill>
              <a:prstDash val="solid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algn="l" defTabSz="609585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609585" algn="l" defTabSz="609585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2pPr>
              <a:lvl3pPr marL="1219170" algn="l" defTabSz="609585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3pPr>
              <a:lvl4pPr marL="1828754" algn="l" defTabSz="609585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4pPr>
              <a:lvl5pPr marL="2438339" algn="l" defTabSz="609585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5pPr>
              <a:lvl6pPr marL="3047924" algn="l" defTabSz="60958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6pPr>
              <a:lvl7pPr marL="3657509" algn="l" defTabSz="60958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7pPr>
              <a:lvl8pPr marL="4267093" algn="l" defTabSz="60958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8pPr>
              <a:lvl9pPr marL="4876678" algn="l" defTabSz="609585" rtl="0" eaLnBrk="1" latinLnBrk="0" hangingPunct="1">
                <a:defRPr kern="12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9pPr>
            </a:lstStyle>
            <a:p>
              <a:pPr marL="0" marR="0" lvl="0" indent="0" algn="ctr" defTabSz="60958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ＭＳ Ｐゴシック" charset="0"/>
                <a:cs typeface="CiscoSansTT"/>
              </a:endParaRPr>
            </a:p>
          </p:txBody>
        </p:sp>
        <p:sp>
          <p:nvSpPr>
            <p:cNvPr id="59" name="Round Same Side Corner Rectangle 58">
              <a:extLst>
                <a:ext uri="{FF2B5EF4-FFF2-40B4-BE49-F238E27FC236}">
                  <a16:creationId xmlns:a16="http://schemas.microsoft.com/office/drawing/2014/main" id="{0EE85B0C-7204-55B7-71A9-CE020BCE96C2}"/>
                </a:ext>
              </a:extLst>
            </p:cNvPr>
            <p:cNvSpPr/>
            <p:nvPr/>
          </p:nvSpPr>
          <p:spPr>
            <a:xfrm>
              <a:off x="8481094" y="892193"/>
              <a:ext cx="2252306" cy="694893"/>
            </a:xfrm>
            <a:prstGeom prst="round2SameRect">
              <a:avLst>
                <a:gd name="adj1" fmla="val 34366"/>
                <a:gd name="adj2" fmla="val 0"/>
              </a:avLst>
            </a:prstGeom>
            <a:solidFill>
              <a:srgbClr val="07182D"/>
            </a:solidFill>
            <a:ln w="15875" cap="flat" cmpd="sng" algn="ctr">
              <a:noFill/>
              <a:prstDash val="solid"/>
            </a:ln>
            <a:effectLst/>
          </p:spPr>
          <p:txBody>
            <a:bodyPr wrap="none" lIns="182880" tIns="182880" rIns="0" bIns="91440" rtlCol="0" anchor="b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75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</a:rPr>
                <a:t>Catalyst 9000 Series Switching Family - …</a:t>
              </a:r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E8338247-F68F-98C0-42E3-513BC7E4DA0E}"/>
                </a:ext>
              </a:extLst>
            </p:cNvPr>
            <p:cNvSpPr/>
            <p:nvPr/>
          </p:nvSpPr>
          <p:spPr>
            <a:xfrm rot="18900000">
              <a:off x="8587985" y="1382693"/>
              <a:ext cx="95845" cy="97074"/>
            </a:xfrm>
            <a:custGeom>
              <a:avLst/>
              <a:gdLst>
                <a:gd name="connsiteX0" fmla="*/ 0 w 1048871"/>
                <a:gd name="connsiteY0" fmla="*/ 1062318 h 1062318"/>
                <a:gd name="connsiteX1" fmla="*/ 0 w 1048871"/>
                <a:gd name="connsiteY1" fmla="*/ 0 h 1062318"/>
                <a:gd name="connsiteX2" fmla="*/ 1048871 w 1048871"/>
                <a:gd name="connsiteY2" fmla="*/ 0 h 1062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48871" h="1062318">
                  <a:moveTo>
                    <a:pt x="0" y="1062318"/>
                  </a:moveTo>
                  <a:lnTo>
                    <a:pt x="0" y="0"/>
                  </a:lnTo>
                  <a:lnTo>
                    <a:pt x="1048871" y="0"/>
                  </a:lnTo>
                </a:path>
              </a:pathLst>
            </a:custGeom>
            <a:noFill/>
            <a:ln w="15875" cap="rnd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grpSp>
          <p:nvGrpSpPr>
            <p:cNvPr id="61" name="Graphic 103">
              <a:extLst>
                <a:ext uri="{FF2B5EF4-FFF2-40B4-BE49-F238E27FC236}">
                  <a16:creationId xmlns:a16="http://schemas.microsoft.com/office/drawing/2014/main" id="{141518E4-F67A-C85E-552B-4721903E6CA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692847" y="1060584"/>
              <a:ext cx="1828800" cy="76464"/>
              <a:chOff x="0" y="3174651"/>
              <a:chExt cx="7772490" cy="324972"/>
            </a:xfrm>
            <a:solidFill>
              <a:srgbClr val="FFFFFF"/>
            </a:solidFill>
          </p:grpSpPr>
          <p:sp>
            <p:nvSpPr>
              <p:cNvPr id="62" name="Freeform 61">
                <a:extLst>
                  <a:ext uri="{FF2B5EF4-FFF2-40B4-BE49-F238E27FC236}">
                    <a16:creationId xmlns:a16="http://schemas.microsoft.com/office/drawing/2014/main" id="{0D1743C1-2536-FBF2-136F-8BFC58224B0D}"/>
                  </a:ext>
                </a:extLst>
              </p:cNvPr>
              <p:cNvSpPr/>
              <p:nvPr/>
            </p:nvSpPr>
            <p:spPr>
              <a:xfrm>
                <a:off x="0" y="3178472"/>
                <a:ext cx="801736" cy="309820"/>
              </a:xfrm>
              <a:custGeom>
                <a:avLst/>
                <a:gdLst>
                  <a:gd name="connsiteX0" fmla="*/ 116946 w 801736"/>
                  <a:gd name="connsiteY0" fmla="*/ 0 h 309820"/>
                  <a:gd name="connsiteX1" fmla="*/ 243574 w 801736"/>
                  <a:gd name="connsiteY1" fmla="*/ 152133 h 309820"/>
                  <a:gd name="connsiteX2" fmla="*/ 243574 w 801736"/>
                  <a:gd name="connsiteY2" fmla="*/ 152533 h 309820"/>
                  <a:gd name="connsiteX3" fmla="*/ 116316 w 801736"/>
                  <a:gd name="connsiteY3" fmla="*/ 309821 h 309820"/>
                  <a:gd name="connsiteX4" fmla="*/ 4413 w 801736"/>
                  <a:gd name="connsiteY4" fmla="*/ 229933 h 309820"/>
                  <a:gd name="connsiteX5" fmla="*/ 4008 w 801736"/>
                  <a:gd name="connsiteY5" fmla="*/ 228067 h 309820"/>
                  <a:gd name="connsiteX6" fmla="*/ 66691 w 801736"/>
                  <a:gd name="connsiteY6" fmla="*/ 228067 h 309820"/>
                  <a:gd name="connsiteX7" fmla="*/ 67322 w 801736"/>
                  <a:gd name="connsiteY7" fmla="*/ 229711 h 309820"/>
                  <a:gd name="connsiteX8" fmla="*/ 116541 w 801736"/>
                  <a:gd name="connsiteY8" fmla="*/ 260013 h 309820"/>
                  <a:gd name="connsiteX9" fmla="*/ 182602 w 801736"/>
                  <a:gd name="connsiteY9" fmla="*/ 165374 h 309820"/>
                  <a:gd name="connsiteX10" fmla="*/ 182827 w 801736"/>
                  <a:gd name="connsiteY10" fmla="*/ 153955 h 309820"/>
                  <a:gd name="connsiteX11" fmla="*/ 181791 w 801736"/>
                  <a:gd name="connsiteY11" fmla="*/ 153955 h 309820"/>
                  <a:gd name="connsiteX12" fmla="*/ 98934 w 801736"/>
                  <a:gd name="connsiteY12" fmla="*/ 202119 h 309820"/>
                  <a:gd name="connsiteX13" fmla="*/ 0 w 801736"/>
                  <a:gd name="connsiteY13" fmla="*/ 104992 h 309820"/>
                  <a:gd name="connsiteX14" fmla="*/ 0 w 801736"/>
                  <a:gd name="connsiteY14" fmla="*/ 104592 h 309820"/>
                  <a:gd name="connsiteX15" fmla="*/ 116946 w 801736"/>
                  <a:gd name="connsiteY15" fmla="*/ 0 h 309820"/>
                  <a:gd name="connsiteX16" fmla="*/ 117171 w 801736"/>
                  <a:gd name="connsiteY16" fmla="*/ 155821 h 309820"/>
                  <a:gd name="connsiteX17" fmla="*/ 173325 w 801736"/>
                  <a:gd name="connsiteY17" fmla="*/ 103525 h 309820"/>
                  <a:gd name="connsiteX18" fmla="*/ 173325 w 801736"/>
                  <a:gd name="connsiteY18" fmla="*/ 103303 h 309820"/>
                  <a:gd name="connsiteX19" fmla="*/ 117802 w 801736"/>
                  <a:gd name="connsiteY19" fmla="*/ 49763 h 309820"/>
                  <a:gd name="connsiteX20" fmla="*/ 61873 w 801736"/>
                  <a:gd name="connsiteY20" fmla="*/ 102459 h 309820"/>
                  <a:gd name="connsiteX21" fmla="*/ 61873 w 801736"/>
                  <a:gd name="connsiteY21" fmla="*/ 102859 h 309820"/>
                  <a:gd name="connsiteX22" fmla="*/ 117171 w 801736"/>
                  <a:gd name="connsiteY22" fmla="*/ 155777 h 309820"/>
                  <a:gd name="connsiteX23" fmla="*/ 312742 w 801736"/>
                  <a:gd name="connsiteY23" fmla="*/ 114544 h 309820"/>
                  <a:gd name="connsiteX24" fmla="*/ 278654 w 801736"/>
                  <a:gd name="connsiteY24" fmla="*/ 80910 h 309820"/>
                  <a:gd name="connsiteX25" fmla="*/ 312742 w 801736"/>
                  <a:gd name="connsiteY25" fmla="*/ 47275 h 309820"/>
                  <a:gd name="connsiteX26" fmla="*/ 346831 w 801736"/>
                  <a:gd name="connsiteY26" fmla="*/ 80910 h 309820"/>
                  <a:gd name="connsiteX27" fmla="*/ 312742 w 801736"/>
                  <a:gd name="connsiteY27" fmla="*/ 114544 h 309820"/>
                  <a:gd name="connsiteX28" fmla="*/ 312742 w 801736"/>
                  <a:gd name="connsiteY28" fmla="*/ 262279 h 309820"/>
                  <a:gd name="connsiteX29" fmla="*/ 278654 w 801736"/>
                  <a:gd name="connsiteY29" fmla="*/ 228645 h 309820"/>
                  <a:gd name="connsiteX30" fmla="*/ 312742 w 801736"/>
                  <a:gd name="connsiteY30" fmla="*/ 195010 h 309820"/>
                  <a:gd name="connsiteX31" fmla="*/ 346831 w 801736"/>
                  <a:gd name="connsiteY31" fmla="*/ 228645 h 309820"/>
                  <a:gd name="connsiteX32" fmla="*/ 312742 w 801736"/>
                  <a:gd name="connsiteY32" fmla="*/ 262279 h 309820"/>
                  <a:gd name="connsiteX33" fmla="*/ 530874 w 801736"/>
                  <a:gd name="connsiteY33" fmla="*/ 304622 h 309820"/>
                  <a:gd name="connsiteX34" fmla="*/ 530874 w 801736"/>
                  <a:gd name="connsiteY34" fmla="*/ 249616 h 309820"/>
                  <a:gd name="connsiteX35" fmla="*/ 379839 w 801736"/>
                  <a:gd name="connsiteY35" fmla="*/ 249616 h 309820"/>
                  <a:gd name="connsiteX36" fmla="*/ 379839 w 801736"/>
                  <a:gd name="connsiteY36" fmla="*/ 197320 h 309820"/>
                  <a:gd name="connsiteX37" fmla="*/ 501649 w 801736"/>
                  <a:gd name="connsiteY37" fmla="*/ 5154 h 309820"/>
                  <a:gd name="connsiteX38" fmla="*/ 591261 w 801736"/>
                  <a:gd name="connsiteY38" fmla="*/ 5154 h 309820"/>
                  <a:gd name="connsiteX39" fmla="*/ 591261 w 801736"/>
                  <a:gd name="connsiteY39" fmla="*/ 199586 h 309820"/>
                  <a:gd name="connsiteX40" fmla="*/ 631204 w 801736"/>
                  <a:gd name="connsiteY40" fmla="*/ 199586 h 309820"/>
                  <a:gd name="connsiteX41" fmla="*/ 631204 w 801736"/>
                  <a:gd name="connsiteY41" fmla="*/ 249616 h 309820"/>
                  <a:gd name="connsiteX42" fmla="*/ 591261 w 801736"/>
                  <a:gd name="connsiteY42" fmla="*/ 249616 h 309820"/>
                  <a:gd name="connsiteX43" fmla="*/ 591261 w 801736"/>
                  <a:gd name="connsiteY43" fmla="*/ 304622 h 309820"/>
                  <a:gd name="connsiteX44" fmla="*/ 530919 w 801736"/>
                  <a:gd name="connsiteY44" fmla="*/ 304622 h 309820"/>
                  <a:gd name="connsiteX45" fmla="*/ 435182 w 801736"/>
                  <a:gd name="connsiteY45" fmla="*/ 201275 h 309820"/>
                  <a:gd name="connsiteX46" fmla="*/ 532135 w 801736"/>
                  <a:gd name="connsiteY46" fmla="*/ 201275 h 309820"/>
                  <a:gd name="connsiteX47" fmla="*/ 532135 w 801736"/>
                  <a:gd name="connsiteY47" fmla="*/ 50430 h 309820"/>
                  <a:gd name="connsiteX48" fmla="*/ 530649 w 801736"/>
                  <a:gd name="connsiteY48" fmla="*/ 50430 h 309820"/>
                  <a:gd name="connsiteX49" fmla="*/ 435137 w 801736"/>
                  <a:gd name="connsiteY49" fmla="*/ 199631 h 309820"/>
                  <a:gd name="connsiteX50" fmla="*/ 435137 w 801736"/>
                  <a:gd name="connsiteY50" fmla="*/ 201275 h 309820"/>
                  <a:gd name="connsiteX51" fmla="*/ 738873 w 801736"/>
                  <a:gd name="connsiteY51" fmla="*/ 304622 h 309820"/>
                  <a:gd name="connsiteX52" fmla="*/ 738873 w 801736"/>
                  <a:gd name="connsiteY52" fmla="*/ 62648 h 309820"/>
                  <a:gd name="connsiteX53" fmla="*/ 737613 w 801736"/>
                  <a:gd name="connsiteY53" fmla="*/ 62648 h 309820"/>
                  <a:gd name="connsiteX54" fmla="*/ 660204 w 801736"/>
                  <a:gd name="connsiteY54" fmla="*/ 114544 h 309820"/>
                  <a:gd name="connsiteX55" fmla="*/ 660204 w 801736"/>
                  <a:gd name="connsiteY55" fmla="*/ 58916 h 309820"/>
                  <a:gd name="connsiteX56" fmla="*/ 738648 w 801736"/>
                  <a:gd name="connsiteY56" fmla="*/ 5154 h 309820"/>
                  <a:gd name="connsiteX57" fmla="*/ 801737 w 801736"/>
                  <a:gd name="connsiteY57" fmla="*/ 5154 h 309820"/>
                  <a:gd name="connsiteX58" fmla="*/ 801737 w 801736"/>
                  <a:gd name="connsiteY58" fmla="*/ 304622 h 309820"/>
                  <a:gd name="connsiteX59" fmla="*/ 738828 w 801736"/>
                  <a:gd name="connsiteY59" fmla="*/ 304622 h 309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</a:cxnLst>
                <a:rect l="l" t="t" r="r" b="b"/>
                <a:pathLst>
                  <a:path w="801736" h="309820">
                    <a:moveTo>
                      <a:pt x="116946" y="0"/>
                    </a:moveTo>
                    <a:cubicBezTo>
                      <a:pt x="190122" y="0"/>
                      <a:pt x="243574" y="50652"/>
                      <a:pt x="243574" y="152133"/>
                    </a:cubicBezTo>
                    <a:lnTo>
                      <a:pt x="243574" y="152533"/>
                    </a:lnTo>
                    <a:cubicBezTo>
                      <a:pt x="243574" y="250683"/>
                      <a:pt x="195391" y="309821"/>
                      <a:pt x="116316" y="309821"/>
                    </a:cubicBezTo>
                    <a:cubicBezTo>
                      <a:pt x="57640" y="309821"/>
                      <a:pt x="13464" y="276186"/>
                      <a:pt x="4413" y="229933"/>
                    </a:cubicBezTo>
                    <a:lnTo>
                      <a:pt x="4008" y="228067"/>
                    </a:lnTo>
                    <a:lnTo>
                      <a:pt x="66691" y="228067"/>
                    </a:lnTo>
                    <a:lnTo>
                      <a:pt x="67322" y="229711"/>
                    </a:lnTo>
                    <a:cubicBezTo>
                      <a:pt x="74887" y="247750"/>
                      <a:pt x="91729" y="260013"/>
                      <a:pt x="116541" y="260013"/>
                    </a:cubicBezTo>
                    <a:cubicBezTo>
                      <a:pt x="160942" y="260013"/>
                      <a:pt x="180260" y="218292"/>
                      <a:pt x="182602" y="165374"/>
                    </a:cubicBezTo>
                    <a:cubicBezTo>
                      <a:pt x="182827" y="161420"/>
                      <a:pt x="183007" y="157288"/>
                      <a:pt x="182827" y="153955"/>
                    </a:cubicBezTo>
                    <a:lnTo>
                      <a:pt x="181791" y="153955"/>
                    </a:lnTo>
                    <a:cubicBezTo>
                      <a:pt x="169813" y="181769"/>
                      <a:pt x="139957" y="202119"/>
                      <a:pt x="98934" y="202119"/>
                    </a:cubicBezTo>
                    <a:cubicBezTo>
                      <a:pt x="40168" y="202119"/>
                      <a:pt x="0" y="161242"/>
                      <a:pt x="0" y="104992"/>
                    </a:cubicBezTo>
                    <a:lnTo>
                      <a:pt x="0" y="104592"/>
                    </a:lnTo>
                    <a:cubicBezTo>
                      <a:pt x="0" y="43365"/>
                      <a:pt x="49444" y="0"/>
                      <a:pt x="116946" y="0"/>
                    </a:cubicBezTo>
                    <a:close/>
                    <a:moveTo>
                      <a:pt x="117171" y="155821"/>
                    </a:moveTo>
                    <a:cubicBezTo>
                      <a:pt x="148918" y="155821"/>
                      <a:pt x="173325" y="134050"/>
                      <a:pt x="173325" y="103525"/>
                    </a:cubicBezTo>
                    <a:lnTo>
                      <a:pt x="173325" y="103303"/>
                    </a:lnTo>
                    <a:cubicBezTo>
                      <a:pt x="173325" y="73001"/>
                      <a:pt x="148918" y="49763"/>
                      <a:pt x="117802" y="49763"/>
                    </a:cubicBezTo>
                    <a:cubicBezTo>
                      <a:pt x="86685" y="49763"/>
                      <a:pt x="61873" y="72779"/>
                      <a:pt x="61873" y="102459"/>
                    </a:cubicBezTo>
                    <a:lnTo>
                      <a:pt x="61873" y="102859"/>
                    </a:lnTo>
                    <a:cubicBezTo>
                      <a:pt x="61873" y="134005"/>
                      <a:pt x="85650" y="155777"/>
                      <a:pt x="117171" y="155777"/>
                    </a:cubicBezTo>
                    <a:close/>
                    <a:moveTo>
                      <a:pt x="312742" y="114544"/>
                    </a:moveTo>
                    <a:cubicBezTo>
                      <a:pt x="293604" y="114544"/>
                      <a:pt x="278654" y="99793"/>
                      <a:pt x="278654" y="80910"/>
                    </a:cubicBezTo>
                    <a:cubicBezTo>
                      <a:pt x="278654" y="62026"/>
                      <a:pt x="293604" y="47275"/>
                      <a:pt x="312742" y="47275"/>
                    </a:cubicBezTo>
                    <a:cubicBezTo>
                      <a:pt x="331881" y="47275"/>
                      <a:pt x="346831" y="62204"/>
                      <a:pt x="346831" y="80910"/>
                    </a:cubicBezTo>
                    <a:cubicBezTo>
                      <a:pt x="346831" y="99615"/>
                      <a:pt x="331700" y="114544"/>
                      <a:pt x="312742" y="114544"/>
                    </a:cubicBezTo>
                    <a:close/>
                    <a:moveTo>
                      <a:pt x="312742" y="262279"/>
                    </a:moveTo>
                    <a:cubicBezTo>
                      <a:pt x="293604" y="262279"/>
                      <a:pt x="278654" y="247350"/>
                      <a:pt x="278654" y="228645"/>
                    </a:cubicBezTo>
                    <a:cubicBezTo>
                      <a:pt x="278654" y="209939"/>
                      <a:pt x="293604" y="195010"/>
                      <a:pt x="312742" y="195010"/>
                    </a:cubicBezTo>
                    <a:cubicBezTo>
                      <a:pt x="331881" y="195010"/>
                      <a:pt x="346831" y="209761"/>
                      <a:pt x="346831" y="228645"/>
                    </a:cubicBezTo>
                    <a:cubicBezTo>
                      <a:pt x="346831" y="247528"/>
                      <a:pt x="331700" y="262279"/>
                      <a:pt x="312742" y="262279"/>
                    </a:cubicBezTo>
                    <a:close/>
                    <a:moveTo>
                      <a:pt x="530874" y="304622"/>
                    </a:moveTo>
                    <a:lnTo>
                      <a:pt x="530874" y="249616"/>
                    </a:lnTo>
                    <a:lnTo>
                      <a:pt x="379839" y="249616"/>
                    </a:lnTo>
                    <a:lnTo>
                      <a:pt x="379839" y="197320"/>
                    </a:lnTo>
                    <a:lnTo>
                      <a:pt x="501649" y="5154"/>
                    </a:lnTo>
                    <a:lnTo>
                      <a:pt x="591261" y="5154"/>
                    </a:lnTo>
                    <a:lnTo>
                      <a:pt x="591261" y="199586"/>
                    </a:lnTo>
                    <a:lnTo>
                      <a:pt x="631204" y="199586"/>
                    </a:lnTo>
                    <a:lnTo>
                      <a:pt x="631204" y="249616"/>
                    </a:lnTo>
                    <a:lnTo>
                      <a:pt x="591261" y="249616"/>
                    </a:lnTo>
                    <a:lnTo>
                      <a:pt x="591261" y="304622"/>
                    </a:lnTo>
                    <a:lnTo>
                      <a:pt x="530919" y="304622"/>
                    </a:lnTo>
                    <a:close/>
                    <a:moveTo>
                      <a:pt x="435182" y="201275"/>
                    </a:moveTo>
                    <a:lnTo>
                      <a:pt x="532135" y="201275"/>
                    </a:lnTo>
                    <a:lnTo>
                      <a:pt x="532135" y="50430"/>
                    </a:lnTo>
                    <a:lnTo>
                      <a:pt x="530649" y="50430"/>
                    </a:lnTo>
                    <a:lnTo>
                      <a:pt x="435137" y="199631"/>
                    </a:lnTo>
                    <a:lnTo>
                      <a:pt x="435137" y="201275"/>
                    </a:lnTo>
                    <a:close/>
                    <a:moveTo>
                      <a:pt x="738873" y="304622"/>
                    </a:moveTo>
                    <a:lnTo>
                      <a:pt x="738873" y="62648"/>
                    </a:lnTo>
                    <a:lnTo>
                      <a:pt x="737613" y="62648"/>
                    </a:lnTo>
                    <a:lnTo>
                      <a:pt x="660204" y="114544"/>
                    </a:lnTo>
                    <a:lnTo>
                      <a:pt x="660204" y="58916"/>
                    </a:lnTo>
                    <a:lnTo>
                      <a:pt x="738648" y="5154"/>
                    </a:lnTo>
                    <a:lnTo>
                      <a:pt x="801737" y="5154"/>
                    </a:lnTo>
                    <a:lnTo>
                      <a:pt x="801737" y="304622"/>
                    </a:lnTo>
                    <a:lnTo>
                      <a:pt x="738828" y="30462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3" name="Freeform 62">
                <a:extLst>
                  <a:ext uri="{FF2B5EF4-FFF2-40B4-BE49-F238E27FC236}">
                    <a16:creationId xmlns:a16="http://schemas.microsoft.com/office/drawing/2014/main" id="{F681D32F-AB26-4101-EAF2-EBDECD0AE9A9}"/>
                  </a:ext>
                </a:extLst>
              </p:cNvPr>
              <p:cNvSpPr/>
              <p:nvPr/>
            </p:nvSpPr>
            <p:spPr>
              <a:xfrm>
                <a:off x="7080089" y="3174651"/>
                <a:ext cx="633410" cy="324972"/>
              </a:xfrm>
              <a:custGeom>
                <a:avLst/>
                <a:gdLst>
                  <a:gd name="connsiteX0" fmla="*/ 512276 w 633410"/>
                  <a:gd name="connsiteY0" fmla="*/ 324972 h 324972"/>
                  <a:gd name="connsiteX1" fmla="*/ 121134 w 633410"/>
                  <a:gd name="connsiteY1" fmla="*/ 324972 h 324972"/>
                  <a:gd name="connsiteX2" fmla="*/ 0 w 633410"/>
                  <a:gd name="connsiteY2" fmla="*/ 205451 h 324972"/>
                  <a:gd name="connsiteX3" fmla="*/ 0 w 633410"/>
                  <a:gd name="connsiteY3" fmla="*/ 119521 h 324972"/>
                  <a:gd name="connsiteX4" fmla="*/ 121134 w 633410"/>
                  <a:gd name="connsiteY4" fmla="*/ 0 h 324972"/>
                  <a:gd name="connsiteX5" fmla="*/ 512276 w 633410"/>
                  <a:gd name="connsiteY5" fmla="*/ 0 h 324972"/>
                  <a:gd name="connsiteX6" fmla="*/ 633410 w 633410"/>
                  <a:gd name="connsiteY6" fmla="*/ 119521 h 324972"/>
                  <a:gd name="connsiteX7" fmla="*/ 633410 w 633410"/>
                  <a:gd name="connsiteY7" fmla="*/ 205451 h 324972"/>
                  <a:gd name="connsiteX8" fmla="*/ 512276 w 633410"/>
                  <a:gd name="connsiteY8" fmla="*/ 324972 h 324972"/>
                  <a:gd name="connsiteX9" fmla="*/ 121134 w 633410"/>
                  <a:gd name="connsiteY9" fmla="*/ 24971 h 324972"/>
                  <a:gd name="connsiteX10" fmla="*/ 25308 w 633410"/>
                  <a:gd name="connsiteY10" fmla="*/ 119521 h 324972"/>
                  <a:gd name="connsiteX11" fmla="*/ 25308 w 633410"/>
                  <a:gd name="connsiteY11" fmla="*/ 205451 h 324972"/>
                  <a:gd name="connsiteX12" fmla="*/ 121134 w 633410"/>
                  <a:gd name="connsiteY12" fmla="*/ 300002 h 324972"/>
                  <a:gd name="connsiteX13" fmla="*/ 512276 w 633410"/>
                  <a:gd name="connsiteY13" fmla="*/ 300002 h 324972"/>
                  <a:gd name="connsiteX14" fmla="*/ 608103 w 633410"/>
                  <a:gd name="connsiteY14" fmla="*/ 205451 h 324972"/>
                  <a:gd name="connsiteX15" fmla="*/ 608103 w 633410"/>
                  <a:gd name="connsiteY15" fmla="*/ 119521 h 324972"/>
                  <a:gd name="connsiteX16" fmla="*/ 512276 w 633410"/>
                  <a:gd name="connsiteY16" fmla="*/ 24971 h 324972"/>
                  <a:gd name="connsiteX17" fmla="*/ 121134 w 633410"/>
                  <a:gd name="connsiteY17" fmla="*/ 24971 h 324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633410" h="324972">
                    <a:moveTo>
                      <a:pt x="512276" y="324972"/>
                    </a:moveTo>
                    <a:lnTo>
                      <a:pt x="121134" y="324972"/>
                    </a:lnTo>
                    <a:cubicBezTo>
                      <a:pt x="54353" y="324972"/>
                      <a:pt x="0" y="271343"/>
                      <a:pt x="0" y="205451"/>
                    </a:cubicBezTo>
                    <a:lnTo>
                      <a:pt x="0" y="119521"/>
                    </a:lnTo>
                    <a:cubicBezTo>
                      <a:pt x="0" y="53629"/>
                      <a:pt x="54353" y="0"/>
                      <a:pt x="121134" y="0"/>
                    </a:cubicBezTo>
                    <a:lnTo>
                      <a:pt x="512276" y="0"/>
                    </a:lnTo>
                    <a:cubicBezTo>
                      <a:pt x="579057" y="0"/>
                      <a:pt x="633410" y="53629"/>
                      <a:pt x="633410" y="119521"/>
                    </a:cubicBezTo>
                    <a:lnTo>
                      <a:pt x="633410" y="205451"/>
                    </a:lnTo>
                    <a:cubicBezTo>
                      <a:pt x="633410" y="271343"/>
                      <a:pt x="579057" y="324972"/>
                      <a:pt x="512276" y="324972"/>
                    </a:cubicBezTo>
                    <a:close/>
                    <a:moveTo>
                      <a:pt x="121134" y="24971"/>
                    </a:moveTo>
                    <a:cubicBezTo>
                      <a:pt x="68313" y="24971"/>
                      <a:pt x="25308" y="67358"/>
                      <a:pt x="25308" y="119521"/>
                    </a:cubicBezTo>
                    <a:lnTo>
                      <a:pt x="25308" y="205451"/>
                    </a:lnTo>
                    <a:cubicBezTo>
                      <a:pt x="25308" y="257569"/>
                      <a:pt x="68268" y="300002"/>
                      <a:pt x="121134" y="300002"/>
                    </a:cubicBezTo>
                    <a:lnTo>
                      <a:pt x="512276" y="300002"/>
                    </a:lnTo>
                    <a:cubicBezTo>
                      <a:pt x="565098" y="300002"/>
                      <a:pt x="608103" y="257614"/>
                      <a:pt x="608103" y="205451"/>
                    </a:cubicBezTo>
                    <a:lnTo>
                      <a:pt x="608103" y="119521"/>
                    </a:lnTo>
                    <a:cubicBezTo>
                      <a:pt x="608103" y="67403"/>
                      <a:pt x="565143" y="24971"/>
                      <a:pt x="512276" y="24971"/>
                    </a:cubicBezTo>
                    <a:lnTo>
                      <a:pt x="121134" y="2497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4" name="Freeform 63">
                <a:extLst>
                  <a:ext uri="{FF2B5EF4-FFF2-40B4-BE49-F238E27FC236}">
                    <a16:creationId xmlns:a16="http://schemas.microsoft.com/office/drawing/2014/main" id="{D9753028-51B1-7C72-2F95-4BC89F5DCE9E}"/>
                  </a:ext>
                </a:extLst>
              </p:cNvPr>
              <p:cNvSpPr/>
              <p:nvPr/>
            </p:nvSpPr>
            <p:spPr>
              <a:xfrm>
                <a:off x="7738851" y="3294083"/>
                <a:ext cx="33638" cy="101925"/>
              </a:xfrm>
              <a:custGeom>
                <a:avLst/>
                <a:gdLst>
                  <a:gd name="connsiteX0" fmla="*/ 0 w 33638"/>
                  <a:gd name="connsiteY0" fmla="*/ 44 h 101925"/>
                  <a:gd name="connsiteX1" fmla="*/ 0 w 33638"/>
                  <a:gd name="connsiteY1" fmla="*/ 101926 h 101925"/>
                  <a:gd name="connsiteX2" fmla="*/ 33638 w 33638"/>
                  <a:gd name="connsiteY2" fmla="*/ 50963 h 101925"/>
                  <a:gd name="connsiteX3" fmla="*/ 0 w 33638"/>
                  <a:gd name="connsiteY3" fmla="*/ 0 h 101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3638" h="101925">
                    <a:moveTo>
                      <a:pt x="0" y="44"/>
                    </a:moveTo>
                    <a:lnTo>
                      <a:pt x="0" y="101926"/>
                    </a:lnTo>
                    <a:cubicBezTo>
                      <a:pt x="20399" y="93306"/>
                      <a:pt x="33638" y="73223"/>
                      <a:pt x="33638" y="50963"/>
                    </a:cubicBezTo>
                    <a:cubicBezTo>
                      <a:pt x="33638" y="28703"/>
                      <a:pt x="20399" y="8664"/>
                      <a:pt x="0" y="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D332ABC8-9DCB-25FC-CC92-2216C853C62C}"/>
                  </a:ext>
                </a:extLst>
              </p:cNvPr>
              <p:cNvSpPr/>
              <p:nvPr/>
            </p:nvSpPr>
            <p:spPr>
              <a:xfrm>
                <a:off x="7130749" y="3224592"/>
                <a:ext cx="532089" cy="225001"/>
              </a:xfrm>
              <a:custGeom>
                <a:avLst/>
                <a:gdLst>
                  <a:gd name="connsiteX0" fmla="*/ 457653 w 532089"/>
                  <a:gd name="connsiteY0" fmla="*/ 0 h 225001"/>
                  <a:gd name="connsiteX1" fmla="*/ 532090 w 532089"/>
                  <a:gd name="connsiteY1" fmla="*/ 73445 h 225001"/>
                  <a:gd name="connsiteX2" fmla="*/ 532090 w 532089"/>
                  <a:gd name="connsiteY2" fmla="*/ 151556 h 225001"/>
                  <a:gd name="connsiteX3" fmla="*/ 457653 w 532089"/>
                  <a:gd name="connsiteY3" fmla="*/ 225001 h 225001"/>
                  <a:gd name="connsiteX4" fmla="*/ 74437 w 532089"/>
                  <a:gd name="connsiteY4" fmla="*/ 225001 h 225001"/>
                  <a:gd name="connsiteX5" fmla="*/ 0 w 532089"/>
                  <a:gd name="connsiteY5" fmla="*/ 151556 h 225001"/>
                  <a:gd name="connsiteX6" fmla="*/ 0 w 532089"/>
                  <a:gd name="connsiteY6" fmla="*/ 73445 h 225001"/>
                  <a:gd name="connsiteX7" fmla="*/ 74437 w 532089"/>
                  <a:gd name="connsiteY7" fmla="*/ 0 h 225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2089" h="225001">
                    <a:moveTo>
                      <a:pt x="457653" y="0"/>
                    </a:moveTo>
                    <a:cubicBezTo>
                      <a:pt x="498763" y="0"/>
                      <a:pt x="532090" y="32883"/>
                      <a:pt x="532090" y="73445"/>
                    </a:cubicBezTo>
                    <a:lnTo>
                      <a:pt x="532090" y="151556"/>
                    </a:lnTo>
                    <a:cubicBezTo>
                      <a:pt x="532090" y="192119"/>
                      <a:pt x="498763" y="225001"/>
                      <a:pt x="457653" y="225001"/>
                    </a:cubicBezTo>
                    <a:lnTo>
                      <a:pt x="74437" y="225001"/>
                    </a:lnTo>
                    <a:cubicBezTo>
                      <a:pt x="33327" y="225001"/>
                      <a:pt x="0" y="192119"/>
                      <a:pt x="0" y="151556"/>
                    </a:cubicBezTo>
                    <a:lnTo>
                      <a:pt x="0" y="73445"/>
                    </a:lnTo>
                    <a:cubicBezTo>
                      <a:pt x="0" y="32883"/>
                      <a:pt x="33327" y="0"/>
                      <a:pt x="74437" y="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6" name="Freeform 65">
                <a:extLst>
                  <a:ext uri="{FF2B5EF4-FFF2-40B4-BE49-F238E27FC236}">
                    <a16:creationId xmlns:a16="http://schemas.microsoft.com/office/drawing/2014/main" id="{D05CDB7A-7B4F-3835-0BD3-B454E4D656CA}"/>
                  </a:ext>
                </a:extLst>
              </p:cNvPr>
              <p:cNvSpPr/>
              <p:nvPr/>
            </p:nvSpPr>
            <p:spPr>
              <a:xfrm>
                <a:off x="6464286" y="3190535"/>
                <a:ext cx="434371" cy="308199"/>
              </a:xfrm>
              <a:custGeom>
                <a:avLst/>
                <a:gdLst>
                  <a:gd name="connsiteX0" fmla="*/ 217231 w 434371"/>
                  <a:gd name="connsiteY0" fmla="*/ 61693 h 308199"/>
                  <a:gd name="connsiteX1" fmla="*/ 386503 w 434371"/>
                  <a:gd name="connsiteY1" fmla="*/ 126074 h 308199"/>
                  <a:gd name="connsiteX2" fmla="*/ 398842 w 434371"/>
                  <a:gd name="connsiteY2" fmla="*/ 125986 h 308199"/>
                  <a:gd name="connsiteX3" fmla="*/ 431715 w 434371"/>
                  <a:gd name="connsiteY3" fmla="*/ 94395 h 308199"/>
                  <a:gd name="connsiteX4" fmla="*/ 434372 w 434371"/>
                  <a:gd name="connsiteY4" fmla="*/ 88219 h 308199"/>
                  <a:gd name="connsiteX5" fmla="*/ 431625 w 434371"/>
                  <a:gd name="connsiteY5" fmla="*/ 82043 h 308199"/>
                  <a:gd name="connsiteX6" fmla="*/ 2747 w 434371"/>
                  <a:gd name="connsiteY6" fmla="*/ 82043 h 308199"/>
                  <a:gd name="connsiteX7" fmla="*/ 0 w 434371"/>
                  <a:gd name="connsiteY7" fmla="*/ 88219 h 308199"/>
                  <a:gd name="connsiteX8" fmla="*/ 2657 w 434371"/>
                  <a:gd name="connsiteY8" fmla="*/ 94395 h 308199"/>
                  <a:gd name="connsiteX9" fmla="*/ 35530 w 434371"/>
                  <a:gd name="connsiteY9" fmla="*/ 125986 h 308199"/>
                  <a:gd name="connsiteX10" fmla="*/ 47823 w 434371"/>
                  <a:gd name="connsiteY10" fmla="*/ 126074 h 308199"/>
                  <a:gd name="connsiteX11" fmla="*/ 217141 w 434371"/>
                  <a:gd name="connsiteY11" fmla="*/ 61693 h 308199"/>
                  <a:gd name="connsiteX12" fmla="*/ 217141 w 434371"/>
                  <a:gd name="connsiteY12" fmla="*/ 167174 h 308199"/>
                  <a:gd name="connsiteX13" fmla="*/ 310176 w 434371"/>
                  <a:gd name="connsiteY13" fmla="*/ 203074 h 308199"/>
                  <a:gd name="connsiteX14" fmla="*/ 322424 w 434371"/>
                  <a:gd name="connsiteY14" fmla="*/ 202896 h 308199"/>
                  <a:gd name="connsiteX15" fmla="*/ 355027 w 434371"/>
                  <a:gd name="connsiteY15" fmla="*/ 169928 h 308199"/>
                  <a:gd name="connsiteX16" fmla="*/ 357683 w 434371"/>
                  <a:gd name="connsiteY16" fmla="*/ 163397 h 308199"/>
                  <a:gd name="connsiteX17" fmla="*/ 354936 w 434371"/>
                  <a:gd name="connsiteY17" fmla="*/ 156954 h 308199"/>
                  <a:gd name="connsiteX18" fmla="*/ 79435 w 434371"/>
                  <a:gd name="connsiteY18" fmla="*/ 156954 h 308199"/>
                  <a:gd name="connsiteX19" fmla="*/ 76688 w 434371"/>
                  <a:gd name="connsiteY19" fmla="*/ 163397 h 308199"/>
                  <a:gd name="connsiteX20" fmla="*/ 79345 w 434371"/>
                  <a:gd name="connsiteY20" fmla="*/ 169928 h 308199"/>
                  <a:gd name="connsiteX21" fmla="*/ 111948 w 434371"/>
                  <a:gd name="connsiteY21" fmla="*/ 202896 h 308199"/>
                  <a:gd name="connsiteX22" fmla="*/ 124196 w 434371"/>
                  <a:gd name="connsiteY22" fmla="*/ 203074 h 308199"/>
                  <a:gd name="connsiteX23" fmla="*/ 217186 w 434371"/>
                  <a:gd name="connsiteY23" fmla="*/ 167174 h 308199"/>
                  <a:gd name="connsiteX24" fmla="*/ 281130 w 434371"/>
                  <a:gd name="connsiteY24" fmla="*/ 237020 h 308199"/>
                  <a:gd name="connsiteX25" fmla="*/ 278518 w 434371"/>
                  <a:gd name="connsiteY25" fmla="*/ 244040 h 308199"/>
                  <a:gd name="connsiteX26" fmla="*/ 223355 w 434371"/>
                  <a:gd name="connsiteY26" fmla="*/ 305400 h 308199"/>
                  <a:gd name="connsiteX27" fmla="*/ 217231 w 434371"/>
                  <a:gd name="connsiteY27" fmla="*/ 308199 h 308199"/>
                  <a:gd name="connsiteX28" fmla="*/ 211107 w 434371"/>
                  <a:gd name="connsiteY28" fmla="*/ 305400 h 308199"/>
                  <a:gd name="connsiteX29" fmla="*/ 155943 w 434371"/>
                  <a:gd name="connsiteY29" fmla="*/ 244040 h 308199"/>
                  <a:gd name="connsiteX30" fmla="*/ 153376 w 434371"/>
                  <a:gd name="connsiteY30" fmla="*/ 237020 h 308199"/>
                  <a:gd name="connsiteX31" fmla="*/ 156258 w 434371"/>
                  <a:gd name="connsiteY31" fmla="*/ 230133 h 308199"/>
                  <a:gd name="connsiteX32" fmla="*/ 278294 w 434371"/>
                  <a:gd name="connsiteY32" fmla="*/ 230133 h 308199"/>
                  <a:gd name="connsiteX33" fmla="*/ 281175 w 434371"/>
                  <a:gd name="connsiteY33" fmla="*/ 237020 h 3081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</a:cxnLst>
                <a:rect l="l" t="t" r="r" b="b"/>
                <a:pathLst>
                  <a:path w="434371" h="308199">
                    <a:moveTo>
                      <a:pt x="217231" y="61693"/>
                    </a:moveTo>
                    <a:cubicBezTo>
                      <a:pt x="280230" y="61693"/>
                      <a:pt x="340842" y="84753"/>
                      <a:pt x="386503" y="126074"/>
                    </a:cubicBezTo>
                    <a:cubicBezTo>
                      <a:pt x="389971" y="129273"/>
                      <a:pt x="395465" y="129229"/>
                      <a:pt x="398842" y="125986"/>
                    </a:cubicBezTo>
                    <a:lnTo>
                      <a:pt x="431715" y="94395"/>
                    </a:lnTo>
                    <a:cubicBezTo>
                      <a:pt x="433426" y="92751"/>
                      <a:pt x="434372" y="90529"/>
                      <a:pt x="434372" y="88219"/>
                    </a:cubicBezTo>
                    <a:cubicBezTo>
                      <a:pt x="434372" y="85908"/>
                      <a:pt x="433381" y="83687"/>
                      <a:pt x="431625" y="82043"/>
                    </a:cubicBezTo>
                    <a:cubicBezTo>
                      <a:pt x="311752" y="-27348"/>
                      <a:pt x="122620" y="-27348"/>
                      <a:pt x="2747" y="82043"/>
                    </a:cubicBezTo>
                    <a:cubicBezTo>
                      <a:pt x="1036" y="83687"/>
                      <a:pt x="45" y="85864"/>
                      <a:pt x="0" y="88219"/>
                    </a:cubicBezTo>
                    <a:cubicBezTo>
                      <a:pt x="0" y="90529"/>
                      <a:pt x="945" y="92751"/>
                      <a:pt x="2657" y="94395"/>
                    </a:cubicBezTo>
                    <a:lnTo>
                      <a:pt x="35530" y="125986"/>
                    </a:lnTo>
                    <a:cubicBezTo>
                      <a:pt x="38907" y="129229"/>
                      <a:pt x="44401" y="129273"/>
                      <a:pt x="47823" y="126074"/>
                    </a:cubicBezTo>
                    <a:cubicBezTo>
                      <a:pt x="93530" y="84753"/>
                      <a:pt x="154097" y="61693"/>
                      <a:pt x="217141" y="61693"/>
                    </a:cubicBezTo>
                    <a:close/>
                    <a:moveTo>
                      <a:pt x="217141" y="167174"/>
                    </a:moveTo>
                    <a:cubicBezTo>
                      <a:pt x="251545" y="167174"/>
                      <a:pt x="284688" y="179970"/>
                      <a:pt x="310176" y="203074"/>
                    </a:cubicBezTo>
                    <a:cubicBezTo>
                      <a:pt x="313643" y="206362"/>
                      <a:pt x="319092" y="206273"/>
                      <a:pt x="322424" y="202896"/>
                    </a:cubicBezTo>
                    <a:lnTo>
                      <a:pt x="355027" y="169928"/>
                    </a:lnTo>
                    <a:cubicBezTo>
                      <a:pt x="356738" y="168195"/>
                      <a:pt x="357683" y="165841"/>
                      <a:pt x="357683" y="163397"/>
                    </a:cubicBezTo>
                    <a:cubicBezTo>
                      <a:pt x="357683" y="160953"/>
                      <a:pt x="356648" y="158643"/>
                      <a:pt x="354936" y="156954"/>
                    </a:cubicBezTo>
                    <a:cubicBezTo>
                      <a:pt x="277302" y="84664"/>
                      <a:pt x="157069" y="84664"/>
                      <a:pt x="79435" y="156954"/>
                    </a:cubicBezTo>
                    <a:cubicBezTo>
                      <a:pt x="77679" y="158643"/>
                      <a:pt x="76688" y="160998"/>
                      <a:pt x="76688" y="163397"/>
                    </a:cubicBezTo>
                    <a:cubicBezTo>
                      <a:pt x="76688" y="165841"/>
                      <a:pt x="77634" y="168195"/>
                      <a:pt x="79345" y="169928"/>
                    </a:cubicBezTo>
                    <a:lnTo>
                      <a:pt x="111948" y="202896"/>
                    </a:lnTo>
                    <a:cubicBezTo>
                      <a:pt x="115325" y="206273"/>
                      <a:pt x="120729" y="206318"/>
                      <a:pt x="124196" y="203074"/>
                    </a:cubicBezTo>
                    <a:cubicBezTo>
                      <a:pt x="149684" y="179970"/>
                      <a:pt x="182827" y="167174"/>
                      <a:pt x="217186" y="167174"/>
                    </a:cubicBezTo>
                    <a:close/>
                    <a:moveTo>
                      <a:pt x="281130" y="237020"/>
                    </a:moveTo>
                    <a:cubicBezTo>
                      <a:pt x="281175" y="239641"/>
                      <a:pt x="280230" y="242174"/>
                      <a:pt x="278518" y="244040"/>
                    </a:cubicBezTo>
                    <a:lnTo>
                      <a:pt x="223355" y="305400"/>
                    </a:lnTo>
                    <a:cubicBezTo>
                      <a:pt x="221779" y="307222"/>
                      <a:pt x="219573" y="308199"/>
                      <a:pt x="217231" y="308199"/>
                    </a:cubicBezTo>
                    <a:cubicBezTo>
                      <a:pt x="214889" y="308199"/>
                      <a:pt x="212728" y="307177"/>
                      <a:pt x="211107" y="305400"/>
                    </a:cubicBezTo>
                    <a:lnTo>
                      <a:pt x="155943" y="244040"/>
                    </a:lnTo>
                    <a:cubicBezTo>
                      <a:pt x="154232" y="242174"/>
                      <a:pt x="153287" y="239641"/>
                      <a:pt x="153376" y="237020"/>
                    </a:cubicBezTo>
                    <a:cubicBezTo>
                      <a:pt x="153421" y="234398"/>
                      <a:pt x="154458" y="231910"/>
                      <a:pt x="156258" y="230133"/>
                    </a:cubicBezTo>
                    <a:cubicBezTo>
                      <a:pt x="191473" y="197298"/>
                      <a:pt x="243079" y="197298"/>
                      <a:pt x="278294" y="230133"/>
                    </a:cubicBezTo>
                    <a:cubicBezTo>
                      <a:pt x="280049" y="231910"/>
                      <a:pt x="281086" y="234398"/>
                      <a:pt x="281175" y="237020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</a:endParaRPr>
              </a:p>
            </p:txBody>
          </p:sp>
          <p:sp>
            <p:nvSpPr>
              <p:cNvPr id="67" name="Freeform 66">
                <a:extLst>
                  <a:ext uri="{FF2B5EF4-FFF2-40B4-BE49-F238E27FC236}">
                    <a16:creationId xmlns:a16="http://schemas.microsoft.com/office/drawing/2014/main" id="{09A14AA1-F7DA-BF72-DAB5-5B89BC4E5B9B}"/>
                  </a:ext>
                </a:extLst>
              </p:cNvPr>
              <p:cNvSpPr/>
              <p:nvPr/>
            </p:nvSpPr>
            <p:spPr>
              <a:xfrm>
                <a:off x="5787826" y="3187980"/>
                <a:ext cx="486472" cy="305688"/>
              </a:xfrm>
              <a:custGeom>
                <a:avLst/>
                <a:gdLst>
                  <a:gd name="connsiteX0" fmla="*/ 486473 w 486472"/>
                  <a:gd name="connsiteY0" fmla="*/ 28658 h 305688"/>
                  <a:gd name="connsiteX1" fmla="*/ 459454 w 486472"/>
                  <a:gd name="connsiteY1" fmla="*/ 0 h 305688"/>
                  <a:gd name="connsiteX2" fmla="*/ 432435 w 486472"/>
                  <a:gd name="connsiteY2" fmla="*/ 0 h 305688"/>
                  <a:gd name="connsiteX3" fmla="*/ 405416 w 486472"/>
                  <a:gd name="connsiteY3" fmla="*/ 28658 h 305688"/>
                  <a:gd name="connsiteX4" fmla="*/ 405416 w 486472"/>
                  <a:gd name="connsiteY4" fmla="*/ 277030 h 305688"/>
                  <a:gd name="connsiteX5" fmla="*/ 432435 w 486472"/>
                  <a:gd name="connsiteY5" fmla="*/ 305689 h 305688"/>
                  <a:gd name="connsiteX6" fmla="*/ 459454 w 486472"/>
                  <a:gd name="connsiteY6" fmla="*/ 305689 h 305688"/>
                  <a:gd name="connsiteX7" fmla="*/ 486473 w 486472"/>
                  <a:gd name="connsiteY7" fmla="*/ 277030 h 305688"/>
                  <a:gd name="connsiteX8" fmla="*/ 486473 w 486472"/>
                  <a:gd name="connsiteY8" fmla="*/ 28658 h 305688"/>
                  <a:gd name="connsiteX9" fmla="*/ 298107 w 486472"/>
                  <a:gd name="connsiteY9" fmla="*/ 61138 h 305688"/>
                  <a:gd name="connsiteX10" fmla="*/ 325126 w 486472"/>
                  <a:gd name="connsiteY10" fmla="*/ 61138 h 305688"/>
                  <a:gd name="connsiteX11" fmla="*/ 352144 w 486472"/>
                  <a:gd name="connsiteY11" fmla="*/ 90463 h 305688"/>
                  <a:gd name="connsiteX12" fmla="*/ 352144 w 486472"/>
                  <a:gd name="connsiteY12" fmla="*/ 276320 h 305688"/>
                  <a:gd name="connsiteX13" fmla="*/ 325126 w 486472"/>
                  <a:gd name="connsiteY13" fmla="*/ 305644 h 305688"/>
                  <a:gd name="connsiteX14" fmla="*/ 298107 w 486472"/>
                  <a:gd name="connsiteY14" fmla="*/ 305644 h 305688"/>
                  <a:gd name="connsiteX15" fmla="*/ 271088 w 486472"/>
                  <a:gd name="connsiteY15" fmla="*/ 276320 h 305688"/>
                  <a:gd name="connsiteX16" fmla="*/ 271088 w 486472"/>
                  <a:gd name="connsiteY16" fmla="*/ 90507 h 305688"/>
                  <a:gd name="connsiteX17" fmla="*/ 298107 w 486472"/>
                  <a:gd name="connsiteY17" fmla="*/ 61182 h 305688"/>
                  <a:gd name="connsiteX18" fmla="*/ 188366 w 486472"/>
                  <a:gd name="connsiteY18" fmla="*/ 127385 h 305688"/>
                  <a:gd name="connsiteX19" fmla="*/ 161347 w 486472"/>
                  <a:gd name="connsiteY19" fmla="*/ 127385 h 305688"/>
                  <a:gd name="connsiteX20" fmla="*/ 134328 w 486472"/>
                  <a:gd name="connsiteY20" fmla="*/ 157110 h 305688"/>
                  <a:gd name="connsiteX21" fmla="*/ 134328 w 486472"/>
                  <a:gd name="connsiteY21" fmla="*/ 275964 h 305688"/>
                  <a:gd name="connsiteX22" fmla="*/ 161347 w 486472"/>
                  <a:gd name="connsiteY22" fmla="*/ 305689 h 305688"/>
                  <a:gd name="connsiteX23" fmla="*/ 188366 w 486472"/>
                  <a:gd name="connsiteY23" fmla="*/ 305689 h 305688"/>
                  <a:gd name="connsiteX24" fmla="*/ 215384 w 486472"/>
                  <a:gd name="connsiteY24" fmla="*/ 275964 h 305688"/>
                  <a:gd name="connsiteX25" fmla="*/ 215384 w 486472"/>
                  <a:gd name="connsiteY25" fmla="*/ 157110 h 305688"/>
                  <a:gd name="connsiteX26" fmla="*/ 188366 w 486472"/>
                  <a:gd name="connsiteY26" fmla="*/ 127385 h 305688"/>
                  <a:gd name="connsiteX27" fmla="*/ 54038 w 486472"/>
                  <a:gd name="connsiteY27" fmla="*/ 188523 h 305688"/>
                  <a:gd name="connsiteX28" fmla="*/ 27019 w 486472"/>
                  <a:gd name="connsiteY28" fmla="*/ 188523 h 305688"/>
                  <a:gd name="connsiteX29" fmla="*/ 0 w 486472"/>
                  <a:gd name="connsiteY29" fmla="*/ 217803 h 305688"/>
                  <a:gd name="connsiteX30" fmla="*/ 0 w 486472"/>
                  <a:gd name="connsiteY30" fmla="*/ 276408 h 305688"/>
                  <a:gd name="connsiteX31" fmla="*/ 27019 w 486472"/>
                  <a:gd name="connsiteY31" fmla="*/ 305689 h 305688"/>
                  <a:gd name="connsiteX32" fmla="*/ 54038 w 486472"/>
                  <a:gd name="connsiteY32" fmla="*/ 305689 h 305688"/>
                  <a:gd name="connsiteX33" fmla="*/ 81056 w 486472"/>
                  <a:gd name="connsiteY33" fmla="*/ 276408 h 305688"/>
                  <a:gd name="connsiteX34" fmla="*/ 81056 w 486472"/>
                  <a:gd name="connsiteY34" fmla="*/ 217803 h 305688"/>
                  <a:gd name="connsiteX35" fmla="*/ 54038 w 486472"/>
                  <a:gd name="connsiteY35" fmla="*/ 188523 h 305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486472" h="305688">
                    <a:moveTo>
                      <a:pt x="486473" y="28658"/>
                    </a:moveTo>
                    <a:cubicBezTo>
                      <a:pt x="486473" y="12841"/>
                      <a:pt x="474359" y="0"/>
                      <a:pt x="459454" y="0"/>
                    </a:cubicBezTo>
                    <a:lnTo>
                      <a:pt x="432435" y="0"/>
                    </a:lnTo>
                    <a:cubicBezTo>
                      <a:pt x="417530" y="0"/>
                      <a:pt x="405416" y="12841"/>
                      <a:pt x="405416" y="28658"/>
                    </a:cubicBezTo>
                    <a:lnTo>
                      <a:pt x="405416" y="277030"/>
                    </a:lnTo>
                    <a:cubicBezTo>
                      <a:pt x="405416" y="292848"/>
                      <a:pt x="417530" y="305689"/>
                      <a:pt x="432435" y="305689"/>
                    </a:cubicBezTo>
                    <a:lnTo>
                      <a:pt x="459454" y="305689"/>
                    </a:lnTo>
                    <a:cubicBezTo>
                      <a:pt x="474359" y="305689"/>
                      <a:pt x="486473" y="292848"/>
                      <a:pt x="486473" y="277030"/>
                    </a:cubicBezTo>
                    <a:lnTo>
                      <a:pt x="486473" y="28658"/>
                    </a:lnTo>
                    <a:close/>
                    <a:moveTo>
                      <a:pt x="298107" y="61138"/>
                    </a:moveTo>
                    <a:lnTo>
                      <a:pt x="325126" y="61138"/>
                    </a:lnTo>
                    <a:cubicBezTo>
                      <a:pt x="340031" y="61138"/>
                      <a:pt x="352144" y="74289"/>
                      <a:pt x="352144" y="90463"/>
                    </a:cubicBezTo>
                    <a:lnTo>
                      <a:pt x="352144" y="276320"/>
                    </a:lnTo>
                    <a:cubicBezTo>
                      <a:pt x="352144" y="292537"/>
                      <a:pt x="340076" y="305644"/>
                      <a:pt x="325126" y="305644"/>
                    </a:cubicBezTo>
                    <a:lnTo>
                      <a:pt x="298107" y="305644"/>
                    </a:lnTo>
                    <a:cubicBezTo>
                      <a:pt x="283202" y="305644"/>
                      <a:pt x="271088" y="292493"/>
                      <a:pt x="271088" y="276320"/>
                    </a:cubicBezTo>
                    <a:lnTo>
                      <a:pt x="271088" y="90507"/>
                    </a:lnTo>
                    <a:cubicBezTo>
                      <a:pt x="271088" y="74289"/>
                      <a:pt x="283202" y="61182"/>
                      <a:pt x="298107" y="61182"/>
                    </a:cubicBezTo>
                    <a:close/>
                    <a:moveTo>
                      <a:pt x="188366" y="127385"/>
                    </a:moveTo>
                    <a:lnTo>
                      <a:pt x="161347" y="127385"/>
                    </a:lnTo>
                    <a:cubicBezTo>
                      <a:pt x="146442" y="127385"/>
                      <a:pt x="134328" y="140670"/>
                      <a:pt x="134328" y="157110"/>
                    </a:cubicBezTo>
                    <a:lnTo>
                      <a:pt x="134328" y="275964"/>
                    </a:lnTo>
                    <a:cubicBezTo>
                      <a:pt x="134328" y="292359"/>
                      <a:pt x="146397" y="305689"/>
                      <a:pt x="161347" y="305689"/>
                    </a:cubicBezTo>
                    <a:lnTo>
                      <a:pt x="188366" y="305689"/>
                    </a:lnTo>
                    <a:cubicBezTo>
                      <a:pt x="203271" y="305689"/>
                      <a:pt x="215384" y="292404"/>
                      <a:pt x="215384" y="275964"/>
                    </a:cubicBezTo>
                    <a:lnTo>
                      <a:pt x="215384" y="157110"/>
                    </a:lnTo>
                    <a:cubicBezTo>
                      <a:pt x="215384" y="140715"/>
                      <a:pt x="203271" y="127385"/>
                      <a:pt x="188366" y="127385"/>
                    </a:cubicBezTo>
                    <a:close/>
                    <a:moveTo>
                      <a:pt x="54038" y="188523"/>
                    </a:moveTo>
                    <a:lnTo>
                      <a:pt x="27019" y="188523"/>
                    </a:lnTo>
                    <a:cubicBezTo>
                      <a:pt x="12113" y="188523"/>
                      <a:pt x="0" y="201630"/>
                      <a:pt x="0" y="217803"/>
                    </a:cubicBezTo>
                    <a:lnTo>
                      <a:pt x="0" y="276408"/>
                    </a:lnTo>
                    <a:cubicBezTo>
                      <a:pt x="0" y="292581"/>
                      <a:pt x="12113" y="305689"/>
                      <a:pt x="27019" y="305689"/>
                    </a:cubicBezTo>
                    <a:lnTo>
                      <a:pt x="54038" y="305689"/>
                    </a:lnTo>
                    <a:cubicBezTo>
                      <a:pt x="68943" y="305689"/>
                      <a:pt x="81056" y="292581"/>
                      <a:pt x="81056" y="276408"/>
                    </a:cubicBezTo>
                    <a:lnTo>
                      <a:pt x="81056" y="217803"/>
                    </a:lnTo>
                    <a:cubicBezTo>
                      <a:pt x="81056" y="201630"/>
                      <a:pt x="68943" y="188523"/>
                      <a:pt x="54038" y="188523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7182D"/>
                  </a:solidFill>
                  <a:effectLst/>
                  <a:uLnTx/>
                  <a:uFillTx/>
                </a:endParaRPr>
              </a:p>
            </p:txBody>
          </p:sp>
        </p:grpSp>
      </p:grp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68415FD4-0510-ACD4-EC5E-AD92A2EFEAE7}"/>
              </a:ext>
            </a:extLst>
          </p:cNvPr>
          <p:cNvSpPr txBox="1">
            <a:spLocks/>
          </p:cNvSpPr>
          <p:nvPr/>
        </p:nvSpPr>
        <p:spPr bwMode="white">
          <a:xfrm>
            <a:off x="8431073" y="5968771"/>
            <a:ext cx="2325970" cy="3291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82115" tIns="41056" rIns="82115" bIns="41056" anchor="ctr">
            <a:spAutoFit/>
          </a:bodyPr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pPr algn="ctr">
              <a:defRPr/>
            </a:pPr>
            <a:r>
              <a:rPr lang="en-US" sz="800" dirty="0">
                <a:solidFill>
                  <a:schemeClr val="bg1"/>
                </a:solidFill>
                <a:latin typeface="+mn-lt"/>
                <a:ea typeface="ＭＳ Ｐゴシック"/>
                <a:cs typeface="CiscoSansTT"/>
              </a:rPr>
              <a:t> </a:t>
            </a:r>
            <a:r>
              <a:rPr lang="en-US" sz="800" dirty="0">
                <a:solidFill>
                  <a:schemeClr val="bg1"/>
                </a:solidFill>
                <a:latin typeface="+mn-lt"/>
              </a:rPr>
              <a:t>https://ciscolive.ciscoevents.com/clamer26/</a:t>
            </a:r>
            <a:r>
              <a:rPr lang="en-US" sz="800" b="1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</a:rPr>
              <a:t>SESSIONCODE</a:t>
            </a:r>
            <a:endParaRPr lang="en-US" sz="800" b="1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CiscoSansTT" panose="020B050302020102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989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D1E38-995D-EE90-805E-69729F99D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C8B82-7003-0F64-A721-FADDB2A17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98488"/>
            <a:ext cx="2780324" cy="516255"/>
          </a:xfrm>
        </p:spPr>
        <p:txBody>
          <a:bodyPr tIns="0" anchor="t" anchorCtr="0"/>
          <a:lstStyle/>
          <a:p>
            <a:r>
              <a:rPr lang="en-US" dirty="0"/>
              <a:t>Agenda 1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82DBE84B-126A-35E5-D764-C8F992AB9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236071"/>
              </p:ext>
            </p:extLst>
          </p:nvPr>
        </p:nvGraphicFramePr>
        <p:xfrm>
          <a:off x="4774546" y="1746291"/>
          <a:ext cx="6553202" cy="2303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2799">
                  <a:extLst>
                    <a:ext uri="{9D8B030D-6E8A-4147-A177-3AD203B41FA5}">
                      <a16:colId xmlns:a16="http://schemas.microsoft.com/office/drawing/2014/main" val="4021461851"/>
                    </a:ext>
                  </a:extLst>
                </a:gridCol>
                <a:gridCol w="5440403">
                  <a:extLst>
                    <a:ext uri="{9D8B030D-6E8A-4147-A177-3AD203B41FA5}">
                      <a16:colId xmlns:a16="http://schemas.microsoft.com/office/drawing/2014/main" val="2563970373"/>
                    </a:ext>
                  </a:extLst>
                </a:gridCol>
              </a:tblGrid>
              <a:tr h="618520">
                <a:tc>
                  <a:txBody>
                    <a:bodyPr/>
                    <a:lstStyle/>
                    <a:p>
                      <a:r>
                        <a:rPr lang="en-US" sz="3200" b="0" i="0" dirty="0">
                          <a:solidFill>
                            <a:schemeClr val="bg2"/>
                          </a:solidFill>
                          <a:latin typeface="+mj-lt"/>
                          <a:cs typeface="CiscoSansTT Medium" panose="020B0503020201020303" pitchFamily="34" charset="0"/>
                        </a:rPr>
                        <a:t>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dirty="0">
                          <a:solidFill>
                            <a:schemeClr val="bg1"/>
                          </a:solidFill>
                          <a:latin typeface="+mj-lt"/>
                          <a:cs typeface="CiscoSansTT Medium" panose="020B0503020201020303" pitchFamily="34" charset="0"/>
                        </a:rPr>
                        <a:t>Intro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633907"/>
                  </a:ext>
                </a:extLst>
              </a:tr>
              <a:tr h="618520">
                <a:tc>
                  <a:txBody>
                    <a:bodyPr/>
                    <a:lstStyle/>
                    <a:p>
                      <a:r>
                        <a:rPr lang="en-US" sz="3200" b="0" i="0" dirty="0">
                          <a:solidFill>
                            <a:schemeClr val="bg2"/>
                          </a:solidFill>
                          <a:latin typeface="+mj-lt"/>
                          <a:cs typeface="CiscoSansTT Medium" panose="020B0503020201020303" pitchFamily="34" charset="0"/>
                        </a:rPr>
                        <a:t>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dirty="0">
                          <a:solidFill>
                            <a:schemeClr val="bg1"/>
                          </a:solidFill>
                          <a:latin typeface="+mj-lt"/>
                          <a:cs typeface="CiscoSansTT Medium" panose="020B0503020201020303" pitchFamily="34" charset="0"/>
                        </a:rPr>
                        <a:t>Expectations &amp; Outcomes of the lab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4795950"/>
                  </a:ext>
                </a:extLst>
              </a:tr>
              <a:tr h="618520">
                <a:tc>
                  <a:txBody>
                    <a:bodyPr/>
                    <a:lstStyle/>
                    <a:p>
                      <a:r>
                        <a:rPr lang="en-US" sz="3200" b="0" i="0">
                          <a:solidFill>
                            <a:schemeClr val="bg2"/>
                          </a:solidFill>
                          <a:latin typeface="+mj-lt"/>
                          <a:cs typeface="CiscoSansTT Medium" panose="020B0503020201020303" pitchFamily="34" charset="0"/>
                        </a:rPr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0" i="0" dirty="0">
                          <a:solidFill>
                            <a:schemeClr val="bg1"/>
                          </a:solidFill>
                          <a:latin typeface="+mj-lt"/>
                          <a:cs typeface="CiscoSansTT Medium" panose="020B0503020201020303" pitchFamily="34" charset="0"/>
                        </a:rPr>
                        <a:t>Lab Plan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2160797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45387F-55E8-386F-1E3A-77ED06C275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LTRCCT-2000</a:t>
            </a:r>
          </a:p>
        </p:txBody>
      </p:sp>
    </p:spTree>
    <p:extLst>
      <p:ext uri="{BB962C8B-B14F-4D97-AF65-F5344CB8AC3E}">
        <p14:creationId xmlns:p14="http://schemas.microsoft.com/office/powerpoint/2010/main" val="31774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AA8B2-D13B-D4AE-75C4-AC01A2C5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1871" y="2494756"/>
            <a:ext cx="8008257" cy="1868487"/>
          </a:xfrm>
        </p:spPr>
        <p:txBody>
          <a:bodyPr/>
          <a:lstStyle/>
          <a:p>
            <a:r>
              <a:rPr lang="en-US" dirty="0">
                <a:latin typeface="+mj-lt"/>
              </a:rPr>
              <a:t>Building Agentic CX: Consumer Confidence + Business Assurance</a:t>
            </a:r>
          </a:p>
        </p:txBody>
      </p:sp>
    </p:spTree>
    <p:extLst>
      <p:ext uri="{BB962C8B-B14F-4D97-AF65-F5344CB8AC3E}">
        <p14:creationId xmlns:p14="http://schemas.microsoft.com/office/powerpoint/2010/main" val="61387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8908A-AB02-3076-F9F1-3C8649136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339181"/>
            <a:ext cx="4859876" cy="2179638"/>
          </a:xfrm>
        </p:spPr>
        <p:txBody>
          <a:bodyPr/>
          <a:lstStyle/>
          <a:p>
            <a:r>
              <a:rPr lang="en-US" dirty="0">
                <a:latin typeface="+mj-lt"/>
              </a:rPr>
              <a:t>The share of interactions resolved by AI is set to rise</a:t>
            </a:r>
          </a:p>
        </p:txBody>
      </p:sp>
      <p:sp>
        <p:nvSpPr>
          <p:cNvPr id="4" name="Round Same Side Corner Rectangle 56">
            <a:extLst>
              <a:ext uri="{FF2B5EF4-FFF2-40B4-BE49-F238E27FC236}">
                <a16:creationId xmlns:a16="http://schemas.microsoft.com/office/drawing/2014/main" id="{B8109767-BBED-4003-AB5C-D0C4EFD8EF10}"/>
              </a:ext>
            </a:extLst>
          </p:cNvPr>
          <p:cNvSpPr/>
          <p:nvPr/>
        </p:nvSpPr>
        <p:spPr>
          <a:xfrm rot="16200000">
            <a:off x="8197064" y="480306"/>
            <a:ext cx="244560" cy="4685764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39393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8B4236-0DBF-95D7-46B8-0848F922308E}"/>
              </a:ext>
            </a:extLst>
          </p:cNvPr>
          <p:cNvSpPr txBox="1"/>
          <p:nvPr/>
        </p:nvSpPr>
        <p:spPr>
          <a:xfrm>
            <a:off x="5901487" y="2390073"/>
            <a:ext cx="44239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scoSansTT Light" panose="020B0503020201020303" pitchFamily="34" charset="0"/>
                <a:ea typeface="+mn-ea"/>
                <a:cs typeface="CiscoSansTT Light" panose="020B0503020201020303" pitchFamily="34" charset="0"/>
              </a:rPr>
              <a:t>2025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 panose="020B0503020201020303" pitchFamily="34" charset="0"/>
              <a:ea typeface="+mn-ea"/>
              <a:cs typeface="CiscoSansTT Light" panose="020B05030202010203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2D1C63-696F-3F5C-AEF8-A16FBB542624}"/>
              </a:ext>
            </a:extLst>
          </p:cNvPr>
          <p:cNvSpPr txBox="1"/>
          <p:nvPr/>
        </p:nvSpPr>
        <p:spPr>
          <a:xfrm>
            <a:off x="10757429" y="2621604"/>
            <a:ext cx="927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dirty="0">
                <a:solidFill>
                  <a:schemeClr val="bg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30</a:t>
            </a: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scoSansTT Light" panose="020B0503020201020303" pitchFamily="34" charset="0"/>
                <a:ea typeface="+mn-ea"/>
                <a:cs typeface="CiscoSansTT Light" panose="020B0503020201020303" pitchFamily="34" charset="0"/>
              </a:rPr>
              <a:t>%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 panose="020B0503020201020303" pitchFamily="34" charset="0"/>
              <a:ea typeface="+mn-ea"/>
              <a:cs typeface="CiscoSansTT Light" panose="020B0503020201020303" pitchFamily="34" charset="0"/>
            </a:endParaRPr>
          </a:p>
        </p:txBody>
      </p:sp>
      <p:sp>
        <p:nvSpPr>
          <p:cNvPr id="7" name="Round Same Side Corner Rectangle 56">
            <a:extLst>
              <a:ext uri="{FF2B5EF4-FFF2-40B4-BE49-F238E27FC236}">
                <a16:creationId xmlns:a16="http://schemas.microsoft.com/office/drawing/2014/main" id="{DE0FB522-1216-AEE6-1179-4A78F78A46D2}"/>
              </a:ext>
            </a:extLst>
          </p:cNvPr>
          <p:cNvSpPr/>
          <p:nvPr/>
        </p:nvSpPr>
        <p:spPr>
          <a:xfrm rot="16200000">
            <a:off x="6513289" y="2164081"/>
            <a:ext cx="244560" cy="1318213"/>
          </a:xfrm>
          <a:prstGeom prst="round2SameRect">
            <a:avLst>
              <a:gd name="adj1" fmla="val 0"/>
              <a:gd name="adj2" fmla="val 30991"/>
            </a:avLst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A8A78-8199-6C00-61BC-5794A36FC08E}"/>
              </a:ext>
            </a:extLst>
          </p:cNvPr>
          <p:cNvSpPr txBox="1"/>
          <p:nvPr/>
        </p:nvSpPr>
        <p:spPr>
          <a:xfrm>
            <a:off x="10757428" y="3924634"/>
            <a:ext cx="927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>
                <a:solidFill>
                  <a:schemeClr val="bg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50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scoSansTT Light" panose="020B0503020201020303" pitchFamily="34" charset="0"/>
                <a:ea typeface="+mn-ea"/>
                <a:cs typeface="CiscoSansTT Light" panose="020B0503020201020303" pitchFamily="34" charset="0"/>
              </a:rPr>
              <a:t>%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 panose="020B0503020201020303" pitchFamily="34" charset="0"/>
              <a:ea typeface="+mn-ea"/>
              <a:cs typeface="CiscoSansTT Light" panose="020B0503020201020303" pitchFamily="34" charset="0"/>
            </a:endParaRPr>
          </a:p>
        </p:txBody>
      </p:sp>
      <p:sp>
        <p:nvSpPr>
          <p:cNvPr id="9" name="Round Same Side Corner Rectangle 56">
            <a:extLst>
              <a:ext uri="{FF2B5EF4-FFF2-40B4-BE49-F238E27FC236}">
                <a16:creationId xmlns:a16="http://schemas.microsoft.com/office/drawing/2014/main" id="{47D879DE-E78B-D4A8-A1BA-E7F17938B39D}"/>
              </a:ext>
            </a:extLst>
          </p:cNvPr>
          <p:cNvSpPr/>
          <p:nvPr/>
        </p:nvSpPr>
        <p:spPr>
          <a:xfrm rot="16200000">
            <a:off x="8214638" y="1781808"/>
            <a:ext cx="244560" cy="4685764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39393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A6984A-0DA5-84C5-8CAD-F5EDE9648D62}"/>
              </a:ext>
            </a:extLst>
          </p:cNvPr>
          <p:cNvSpPr txBox="1"/>
          <p:nvPr/>
        </p:nvSpPr>
        <p:spPr>
          <a:xfrm>
            <a:off x="5925602" y="3693103"/>
            <a:ext cx="4754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>
                <a:solidFill>
                  <a:schemeClr val="bg1"/>
                </a:solidFill>
                <a:latin typeface="CiscoSansTT Light" panose="020B0503020201020303" pitchFamily="34" charset="0"/>
                <a:cs typeface="CiscoSansTT Light" panose="020B0503020201020303" pitchFamily="34" charset="0"/>
              </a:rPr>
              <a:t>2027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 panose="020B0503020201020303" pitchFamily="34" charset="0"/>
              <a:cs typeface="CiscoSansTT Light" panose="020B0503020201020303" pitchFamily="34" charset="0"/>
            </a:endParaRPr>
          </a:p>
        </p:txBody>
      </p:sp>
      <p:sp>
        <p:nvSpPr>
          <p:cNvPr id="11" name="Round Same Side Corner Rectangle 56">
            <a:extLst>
              <a:ext uri="{FF2B5EF4-FFF2-40B4-BE49-F238E27FC236}">
                <a16:creationId xmlns:a16="http://schemas.microsoft.com/office/drawing/2014/main" id="{A8147098-DD54-F09A-C794-54C036D30CA3}"/>
              </a:ext>
            </a:extLst>
          </p:cNvPr>
          <p:cNvSpPr/>
          <p:nvPr/>
        </p:nvSpPr>
        <p:spPr>
          <a:xfrm rot="16200000">
            <a:off x="7050755" y="2945689"/>
            <a:ext cx="244561" cy="2358000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30140DE-73D3-0312-E8EF-C95D868C6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30688" y="6445885"/>
            <a:ext cx="3727450" cy="411480"/>
          </a:xfrm>
        </p:spPr>
        <p:txBody>
          <a:bodyPr/>
          <a:lstStyle/>
          <a:p>
            <a:pPr lvl="0" defTabSz="814318">
              <a:defRPr/>
            </a:pPr>
            <a:r>
              <a:rPr lang="en-US" dirty="0"/>
              <a:t>LTRCCT-2000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CiscoSansTT"/>
              <a:ea typeface="ＭＳ Ｐゴシック" charset="0"/>
              <a:cs typeface="CiscoSansTT Light" panose="020B0503020201020303" pitchFamily="34" charset="0"/>
            </a:endParaRPr>
          </a:p>
        </p:txBody>
      </p:sp>
      <p:sp>
        <p:nvSpPr>
          <p:cNvPr id="13" name="Content Placeholder 1">
            <a:extLst>
              <a:ext uri="{FF2B5EF4-FFF2-40B4-BE49-F238E27FC236}">
                <a16:creationId xmlns:a16="http://schemas.microsoft.com/office/drawing/2014/main" id="{1A963634-9756-D2CA-BD68-E9662AB1791A}"/>
              </a:ext>
            </a:extLst>
          </p:cNvPr>
          <p:cNvSpPr txBox="1">
            <a:spLocks/>
          </p:cNvSpPr>
          <p:nvPr/>
        </p:nvSpPr>
        <p:spPr>
          <a:xfrm>
            <a:off x="564815" y="6126189"/>
            <a:ext cx="5685997" cy="6649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b="0" i="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2pPr>
            <a:lvl3pPr marL="342900" indent="-16827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3pPr>
            <a:lvl4pPr marL="514350" indent="-17145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4pPr>
            <a:lvl5pPr marL="571500" marR="0" indent="-11430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533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597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7060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08145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923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scoSansTT"/>
                <a:ea typeface="+mn-ea"/>
                <a:cs typeface="+mn-cs"/>
              </a:rPr>
              <a:t>Source: Salesforce, State of Service Report, 2025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50DFBE-A871-8761-432F-B048C30454CB}"/>
              </a:ext>
            </a:extLst>
          </p:cNvPr>
          <p:cNvSpPr txBox="1"/>
          <p:nvPr/>
        </p:nvSpPr>
        <p:spPr>
          <a:xfrm>
            <a:off x="-48638" y="601169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BCAA04B-56CA-9AAA-460E-77411CEA4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4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7" grpId="0" animBg="1"/>
      <p:bldP spid="8" grpId="0"/>
      <p:bldP spid="9" grpId="0" animBg="1"/>
      <p:bldP spid="10" grpId="0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E46541B-E02C-F853-AC26-3292F5B5C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500" y="3840867"/>
            <a:ext cx="5067300" cy="664953"/>
          </a:xfrm>
        </p:spPr>
        <p:txBody>
          <a:bodyPr/>
          <a:lstStyle/>
          <a:p>
            <a:pPr marL="0" indent="0">
              <a:buNone/>
            </a:pPr>
            <a:r>
              <a:rPr lang="en-US">
                <a:latin typeface="Inter Medium" panose="02000603000000020004" pitchFamily="2" charset="0"/>
                <a:ea typeface="Inter Medium" panose="02000603000000020004" pitchFamily="2" charset="0"/>
                <a:cs typeface="Inter Medium" panose="02000603000000020004" pitchFamily="2" charset="0"/>
              </a:rPr>
              <a:t>67% of consumers want to use AI assistants to handle customer service queries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1780BD-7A18-B0E9-EDE5-6EF4A4149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428" y="1699281"/>
            <a:ext cx="5402402" cy="1661993"/>
          </a:xfrm>
        </p:spPr>
        <p:txBody>
          <a:bodyPr/>
          <a:lstStyle/>
          <a:p>
            <a:r>
              <a:rPr lang="en-US" dirty="0">
                <a:latin typeface="+mj-lt"/>
              </a:rPr>
              <a:t>Customers are open to AI agents</a:t>
            </a:r>
            <a:br>
              <a:rPr lang="en-US" dirty="0">
                <a:latin typeface="+mj-lt"/>
              </a:rPr>
            </a:br>
            <a:endParaRPr lang="en-US" dirty="0">
              <a:latin typeface="+mj-lt"/>
            </a:endParaRPr>
          </a:p>
        </p:txBody>
      </p:sp>
      <p:sp>
        <p:nvSpPr>
          <p:cNvPr id="4" name="Round Same Side Corner Rectangle 56">
            <a:extLst>
              <a:ext uri="{FF2B5EF4-FFF2-40B4-BE49-F238E27FC236}">
                <a16:creationId xmlns:a16="http://schemas.microsoft.com/office/drawing/2014/main" id="{5FE288DB-BDCA-04D3-FFB6-CEAF2D4793FC}"/>
              </a:ext>
            </a:extLst>
          </p:cNvPr>
          <p:cNvSpPr/>
          <p:nvPr/>
        </p:nvSpPr>
        <p:spPr>
          <a:xfrm rot="16200000">
            <a:off x="8316601" y="-11130"/>
            <a:ext cx="244560" cy="4685764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39393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CE5E6B-037F-44A9-367C-494AAB50268C}"/>
              </a:ext>
            </a:extLst>
          </p:cNvPr>
          <p:cNvSpPr txBox="1"/>
          <p:nvPr/>
        </p:nvSpPr>
        <p:spPr>
          <a:xfrm>
            <a:off x="6027565" y="1684722"/>
            <a:ext cx="44239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400" noProof="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Consumers who trust the information given to them by an AI agent or tool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9C5E5-0F58-3D92-ED1C-9DAFCF1396BD}"/>
              </a:ext>
            </a:extLst>
          </p:cNvPr>
          <p:cNvSpPr txBox="1"/>
          <p:nvPr/>
        </p:nvSpPr>
        <p:spPr>
          <a:xfrm>
            <a:off x="10876966" y="2130168"/>
            <a:ext cx="927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noProof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43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%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7" name="Round Same Side Corner Rectangle 56">
            <a:extLst>
              <a:ext uri="{FF2B5EF4-FFF2-40B4-BE49-F238E27FC236}">
                <a16:creationId xmlns:a16="http://schemas.microsoft.com/office/drawing/2014/main" id="{F5B017A1-69A9-BB12-5366-0C44A4CB19BD}"/>
              </a:ext>
            </a:extLst>
          </p:cNvPr>
          <p:cNvSpPr/>
          <p:nvPr/>
        </p:nvSpPr>
        <p:spPr>
          <a:xfrm rot="16200000">
            <a:off x="7349439" y="954505"/>
            <a:ext cx="244560" cy="2751438"/>
          </a:xfrm>
          <a:prstGeom prst="round2SameRect">
            <a:avLst>
              <a:gd name="adj1" fmla="val 0"/>
              <a:gd name="adj2" fmla="val 34242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CC13CC-3118-2779-BFE3-BCB1F00122F5}"/>
              </a:ext>
            </a:extLst>
          </p:cNvPr>
          <p:cNvSpPr txBox="1"/>
          <p:nvPr/>
        </p:nvSpPr>
        <p:spPr>
          <a:xfrm>
            <a:off x="10876965" y="4715830"/>
            <a:ext cx="927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 noProof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70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%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6CBCD2-7FA8-6996-5E5C-A3DB8CB078EF}"/>
              </a:ext>
            </a:extLst>
          </p:cNvPr>
          <p:cNvSpPr txBox="1"/>
          <p:nvPr/>
        </p:nvSpPr>
        <p:spPr>
          <a:xfrm>
            <a:off x="10876965" y="3433198"/>
            <a:ext cx="9271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000" b="1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81</a:t>
            </a: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% 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7" name="Round Same Side Corner Rectangle 56">
            <a:extLst>
              <a:ext uri="{FF2B5EF4-FFF2-40B4-BE49-F238E27FC236}">
                <a16:creationId xmlns:a16="http://schemas.microsoft.com/office/drawing/2014/main" id="{41402D30-B80B-9FC9-79CD-2FFC0DCC357C}"/>
              </a:ext>
            </a:extLst>
          </p:cNvPr>
          <p:cNvSpPr/>
          <p:nvPr/>
        </p:nvSpPr>
        <p:spPr>
          <a:xfrm rot="16200000">
            <a:off x="8334175" y="1290372"/>
            <a:ext cx="244560" cy="4685764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39393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DE3B21-C540-2CA4-1963-FC3AAA0F71A7}"/>
              </a:ext>
            </a:extLst>
          </p:cNvPr>
          <p:cNvSpPr txBox="1"/>
          <p:nvPr/>
        </p:nvSpPr>
        <p:spPr>
          <a:xfrm>
            <a:off x="6027565" y="2996123"/>
            <a:ext cx="4754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Consumers who believe AI is used primarily to save money, not to improve service</a:t>
            </a:r>
          </a:p>
        </p:txBody>
      </p:sp>
      <p:sp>
        <p:nvSpPr>
          <p:cNvPr id="20" name="Round Same Side Corner Rectangle 56">
            <a:extLst>
              <a:ext uri="{FF2B5EF4-FFF2-40B4-BE49-F238E27FC236}">
                <a16:creationId xmlns:a16="http://schemas.microsoft.com/office/drawing/2014/main" id="{5CC6A3C1-E257-1E46-CEB9-95DD2380FC05}"/>
              </a:ext>
            </a:extLst>
          </p:cNvPr>
          <p:cNvSpPr/>
          <p:nvPr/>
        </p:nvSpPr>
        <p:spPr>
          <a:xfrm rot="16200000">
            <a:off x="8316601" y="2573005"/>
            <a:ext cx="244560" cy="4685764"/>
          </a:xfrm>
          <a:prstGeom prst="round2SameRect">
            <a:avLst>
              <a:gd name="adj1" fmla="val 0"/>
              <a:gd name="adj2" fmla="val 50000"/>
            </a:avLst>
          </a:prstGeom>
          <a:solidFill>
            <a:srgbClr val="39393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ABA618-D256-5E6A-13EF-486C67EC42C9}"/>
              </a:ext>
            </a:extLst>
          </p:cNvPr>
          <p:cNvSpPr txBox="1"/>
          <p:nvPr/>
        </p:nvSpPr>
        <p:spPr>
          <a:xfrm>
            <a:off x="6027565" y="4270384"/>
            <a:ext cx="4362529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GB" sz="140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Consumers who would consider a different brand after just one bad AI customer service experience</a:t>
            </a:r>
          </a:p>
          <a:p>
            <a:pPr lvl="0">
              <a:defRPr/>
            </a:pPr>
            <a:endParaRPr lang="en-GB" sz="1400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5" name="Round Same Side Corner Rectangle 56">
            <a:extLst>
              <a:ext uri="{FF2B5EF4-FFF2-40B4-BE49-F238E27FC236}">
                <a16:creationId xmlns:a16="http://schemas.microsoft.com/office/drawing/2014/main" id="{D3596CCB-3035-3675-4F77-71C87550CDCC}"/>
              </a:ext>
            </a:extLst>
          </p:cNvPr>
          <p:cNvSpPr/>
          <p:nvPr/>
        </p:nvSpPr>
        <p:spPr>
          <a:xfrm rot="16200000">
            <a:off x="7919257" y="1705287"/>
            <a:ext cx="244559" cy="3855929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1" name="Round Same Side Corner Rectangle 56">
            <a:extLst>
              <a:ext uri="{FF2B5EF4-FFF2-40B4-BE49-F238E27FC236}">
                <a16:creationId xmlns:a16="http://schemas.microsoft.com/office/drawing/2014/main" id="{9AB0ABEC-76AD-7CB4-AABC-EBBE76597D72}"/>
              </a:ext>
            </a:extLst>
          </p:cNvPr>
          <p:cNvSpPr/>
          <p:nvPr/>
        </p:nvSpPr>
        <p:spPr>
          <a:xfrm rot="16200000">
            <a:off x="7648474" y="3241132"/>
            <a:ext cx="244559" cy="3349508"/>
          </a:xfrm>
          <a:prstGeom prst="round2SameRect">
            <a:avLst>
              <a:gd name="adj1" fmla="val 0"/>
              <a:gd name="adj2" fmla="val 50000"/>
            </a:avLst>
          </a:prstGeom>
          <a:solidFill>
            <a:schemeClr val="accent3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13AC51A0-6CA1-3F3D-FCE2-5317A2FBCA3D}"/>
              </a:ext>
            </a:extLst>
          </p:cNvPr>
          <p:cNvSpPr txBox="1">
            <a:spLocks/>
          </p:cNvSpPr>
          <p:nvPr/>
        </p:nvSpPr>
        <p:spPr>
          <a:xfrm>
            <a:off x="564815" y="6126189"/>
            <a:ext cx="7022611" cy="66495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b="0" i="0" kern="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4625" indent="-17462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4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2pPr>
            <a:lvl3pPr marL="342900" indent="-168275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2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3pPr>
            <a:lvl4pPr marL="514350" indent="-171450" algn="l" defTabSz="882171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1000" b="0" i="0" kern="0" spc="0" baseline="0">
                <a:solidFill>
                  <a:schemeClr val="tx1"/>
                </a:solidFill>
                <a:latin typeface="+mn-lt"/>
                <a:ea typeface="+mn-ea"/>
                <a:cs typeface="CiscoSansTT" panose="020B0503020201020303" pitchFamily="34" charset="0"/>
              </a:defRPr>
            </a:lvl4pPr>
            <a:lvl5pPr marL="571500" marR="0" indent="-11430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•"/>
              <a:tabLst/>
              <a:defRPr sz="533" b="0" i="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2597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67060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08145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749233" indent="-220542" algn="l" defTabSz="882171" rtl="0" eaLnBrk="1" latinLnBrk="0" hangingPunct="1">
              <a:lnSpc>
                <a:spcPct val="90000"/>
              </a:lnSpc>
              <a:spcBef>
                <a:spcPts val="483"/>
              </a:spcBef>
              <a:buFont typeface="Arial" panose="020B0604020202020204" pitchFamily="34" charset="0"/>
              <a:buChar char="•"/>
              <a:defRPr sz="17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88217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iscoSansTT"/>
                <a:ea typeface="+mn-ea"/>
                <a:cs typeface="+mn-cs"/>
              </a:rPr>
              <a:t>Source: Zendesk 2025; Attest 2025 Consumer Adoption of AI Report;, 2025; Acquire BPO, 2025.</a:t>
            </a:r>
          </a:p>
        </p:txBody>
      </p:sp>
    </p:spTree>
    <p:extLst>
      <p:ext uri="{BB962C8B-B14F-4D97-AF65-F5344CB8AC3E}">
        <p14:creationId xmlns:p14="http://schemas.microsoft.com/office/powerpoint/2010/main" val="3583228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 animBg="1"/>
      <p:bldP spid="5" grpId="0"/>
      <p:bldP spid="6" grpId="0"/>
      <p:bldP spid="7" grpId="0" animBg="1"/>
      <p:bldP spid="8" grpId="0"/>
      <p:bldP spid="13" grpId="0"/>
      <p:bldP spid="17" grpId="0" animBg="1"/>
      <p:bldP spid="18" grpId="0"/>
      <p:bldP spid="20" grpId="0" animBg="1"/>
      <p:bldP spid="21" grpId="0"/>
      <p:bldP spid="15" grpId="0" animBg="1"/>
      <p:bldP spid="11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23F500-DB20-8EF0-FDE1-54A539B5C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B0799286-19A0-C2D7-0ED5-9D4E070F21BA}"/>
              </a:ext>
            </a:extLst>
          </p:cNvPr>
          <p:cNvSpPr/>
          <p:nvPr/>
        </p:nvSpPr>
        <p:spPr>
          <a:xfrm>
            <a:off x="7880026" y="2914784"/>
            <a:ext cx="3535200" cy="672326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gradFill flip="none" rotWithShape="1">
              <a:gsLst>
                <a:gs pos="0">
                  <a:schemeClr val="accent4"/>
                </a:gs>
                <a:gs pos="100000">
                  <a:schemeClr val="accent3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833FF658-1EDF-0221-0583-FD799BF5CBB7}"/>
              </a:ext>
            </a:extLst>
          </p:cNvPr>
          <p:cNvSpPr txBox="1"/>
          <p:nvPr/>
        </p:nvSpPr>
        <p:spPr>
          <a:xfrm flipH="1">
            <a:off x="9223257" y="3048641"/>
            <a:ext cx="1893843" cy="3220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400" kern="100" spc="-133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Define Actions &amp; use responses for next steps</a:t>
            </a:r>
          </a:p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endParaRPr lang="en-US" kern="100" spc="-133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99" name="Rounded Rectangle 198">
            <a:extLst>
              <a:ext uri="{FF2B5EF4-FFF2-40B4-BE49-F238E27FC236}">
                <a16:creationId xmlns:a16="http://schemas.microsoft.com/office/drawing/2014/main" id="{78A4C838-342A-57C9-8B05-19B372ACFE57}"/>
              </a:ext>
            </a:extLst>
          </p:cNvPr>
          <p:cNvSpPr/>
          <p:nvPr/>
        </p:nvSpPr>
        <p:spPr>
          <a:xfrm>
            <a:off x="7880026" y="4971828"/>
            <a:ext cx="3535200" cy="649495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gradFill flip="none" rotWithShape="1">
              <a:gsLst>
                <a:gs pos="0">
                  <a:schemeClr val="accent4"/>
                </a:gs>
                <a:gs pos="100000">
                  <a:schemeClr val="accent3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200" name="TextBox 199">
            <a:extLst>
              <a:ext uri="{FF2B5EF4-FFF2-40B4-BE49-F238E27FC236}">
                <a16:creationId xmlns:a16="http://schemas.microsoft.com/office/drawing/2014/main" id="{70445EF4-0573-4818-3B7F-FEB9F89468F8}"/>
              </a:ext>
            </a:extLst>
          </p:cNvPr>
          <p:cNvSpPr txBox="1"/>
          <p:nvPr/>
        </p:nvSpPr>
        <p:spPr>
          <a:xfrm flipH="1">
            <a:off x="9240863" y="5191678"/>
            <a:ext cx="2203876" cy="3101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400" kern="100" spc="-133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MCP and A2A capabilities</a:t>
            </a:r>
          </a:p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endParaRPr lang="en-US" sz="1400" kern="100" spc="-133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endParaRPr lang="en-US" kern="100" spc="-133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97" name="Rounded Rectangle 196">
            <a:extLst>
              <a:ext uri="{FF2B5EF4-FFF2-40B4-BE49-F238E27FC236}">
                <a16:creationId xmlns:a16="http://schemas.microsoft.com/office/drawing/2014/main" id="{94C6D506-F31B-24CD-6847-0ACA7A562492}"/>
              </a:ext>
            </a:extLst>
          </p:cNvPr>
          <p:cNvSpPr/>
          <p:nvPr/>
        </p:nvSpPr>
        <p:spPr>
          <a:xfrm>
            <a:off x="7880026" y="3964069"/>
            <a:ext cx="3535200" cy="672326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gradFill flip="none" rotWithShape="1">
              <a:gsLst>
                <a:gs pos="0">
                  <a:schemeClr val="accent4"/>
                </a:gs>
                <a:gs pos="100000">
                  <a:schemeClr val="accent3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593E767D-7AF0-5112-26E1-E7004095A7C3}"/>
              </a:ext>
            </a:extLst>
          </p:cNvPr>
          <p:cNvSpPr txBox="1"/>
          <p:nvPr/>
        </p:nvSpPr>
        <p:spPr>
          <a:xfrm flipH="1">
            <a:off x="9211351" y="4103879"/>
            <a:ext cx="1916090" cy="3101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400" kern="100" spc="-133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Context can be retained for more seamless flow</a:t>
            </a:r>
          </a:p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endParaRPr lang="en-US" sz="1400" kern="100" spc="-133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endParaRPr lang="en-US" kern="100" spc="-133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193" name="Rounded Rectangle 192">
            <a:extLst>
              <a:ext uri="{FF2B5EF4-FFF2-40B4-BE49-F238E27FC236}">
                <a16:creationId xmlns:a16="http://schemas.microsoft.com/office/drawing/2014/main" id="{A455E7A1-D3D6-8FD9-3DED-013BD41FDE5B}"/>
              </a:ext>
            </a:extLst>
          </p:cNvPr>
          <p:cNvSpPr/>
          <p:nvPr/>
        </p:nvSpPr>
        <p:spPr>
          <a:xfrm>
            <a:off x="7880026" y="1977334"/>
            <a:ext cx="3535200" cy="672326"/>
          </a:xfrm>
          <a:prstGeom prst="roundRect">
            <a:avLst>
              <a:gd name="adj" fmla="val 50000"/>
            </a:avLst>
          </a:prstGeom>
          <a:noFill/>
          <a:ln w="19050" cap="flat" cmpd="sng" algn="ctr">
            <a:gradFill flip="none" rotWithShape="1">
              <a:gsLst>
                <a:gs pos="0">
                  <a:schemeClr val="accent4"/>
                </a:gs>
                <a:gs pos="100000">
                  <a:schemeClr val="accent3"/>
                </a:gs>
              </a:gsLst>
              <a:lin ang="2700000" scaled="1"/>
              <a:tileRect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194" name="TextBox 193">
            <a:extLst>
              <a:ext uri="{FF2B5EF4-FFF2-40B4-BE49-F238E27FC236}">
                <a16:creationId xmlns:a16="http://schemas.microsoft.com/office/drawing/2014/main" id="{67862EDD-61B2-88EE-B48F-2045C3F0A670}"/>
              </a:ext>
            </a:extLst>
          </p:cNvPr>
          <p:cNvSpPr txBox="1"/>
          <p:nvPr/>
        </p:nvSpPr>
        <p:spPr>
          <a:xfrm flipH="1">
            <a:off x="9211351" y="2117144"/>
            <a:ext cx="2120061" cy="3101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400" kern="100" spc="-133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Knowledge can be files or web URLs</a:t>
            </a:r>
          </a:p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endParaRPr lang="en-US" kern="100" spc="-133" dirty="0">
              <a:solidFill>
                <a:schemeClr val="bg1"/>
              </a:solidFill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1208DCC6-4A10-2CF6-84DD-7B9D76783F6F}"/>
              </a:ext>
            </a:extLst>
          </p:cNvPr>
          <p:cNvCxnSpPr>
            <a:cxnSpLocks/>
          </p:cNvCxnSpPr>
          <p:nvPr/>
        </p:nvCxnSpPr>
        <p:spPr>
          <a:xfrm>
            <a:off x="6685414" y="5323240"/>
            <a:ext cx="39526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C7D6DDC4-D201-8DDE-9C3B-5045193DEE6B}"/>
              </a:ext>
            </a:extLst>
          </p:cNvPr>
          <p:cNvCxnSpPr>
            <a:cxnSpLocks/>
          </p:cNvCxnSpPr>
          <p:nvPr/>
        </p:nvCxnSpPr>
        <p:spPr>
          <a:xfrm>
            <a:off x="6697616" y="4293418"/>
            <a:ext cx="39526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587ACDE0-C08C-D5B2-5FE3-89E551A20342}"/>
              </a:ext>
            </a:extLst>
          </p:cNvPr>
          <p:cNvCxnSpPr>
            <a:cxnSpLocks/>
          </p:cNvCxnSpPr>
          <p:nvPr/>
        </p:nvCxnSpPr>
        <p:spPr>
          <a:xfrm>
            <a:off x="6678836" y="3240394"/>
            <a:ext cx="39526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45C77504-F412-893A-C0A3-6EA3EBDB7177}"/>
              </a:ext>
            </a:extLst>
          </p:cNvPr>
          <p:cNvCxnSpPr>
            <a:cxnSpLocks/>
          </p:cNvCxnSpPr>
          <p:nvPr/>
        </p:nvCxnSpPr>
        <p:spPr>
          <a:xfrm>
            <a:off x="6678836" y="2328760"/>
            <a:ext cx="39526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531F6F8F-566B-033C-13F2-0D9882D9AACB}"/>
              </a:ext>
            </a:extLst>
          </p:cNvPr>
          <p:cNvSpPr/>
          <p:nvPr/>
        </p:nvSpPr>
        <p:spPr>
          <a:xfrm>
            <a:off x="5046478" y="3041236"/>
            <a:ext cx="1255088" cy="1252182"/>
          </a:xfrm>
          <a:prstGeom prst="ellipse">
            <a:avLst/>
          </a:prstGeom>
          <a:gradFill>
            <a:gsLst>
              <a:gs pos="0">
                <a:srgbClr val="0029D9"/>
              </a:gs>
              <a:gs pos="75000">
                <a:srgbClr val="00BEEF"/>
              </a:gs>
              <a:gs pos="100000">
                <a:srgbClr val="00FFE3"/>
              </a:gs>
            </a:gsLst>
            <a:lin ang="15600000" scaled="0"/>
          </a:gra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  <p:grpSp>
        <p:nvGrpSpPr>
          <p:cNvPr id="9" name="Group">
            <a:extLst>
              <a:ext uri="{FF2B5EF4-FFF2-40B4-BE49-F238E27FC236}">
                <a16:creationId xmlns:a16="http://schemas.microsoft.com/office/drawing/2014/main" id="{88F48ADA-B817-C125-DFA8-C84816E78691}"/>
              </a:ext>
            </a:extLst>
          </p:cNvPr>
          <p:cNvGrpSpPr/>
          <p:nvPr/>
        </p:nvGrpSpPr>
        <p:grpSpPr>
          <a:xfrm>
            <a:off x="5394287" y="3374588"/>
            <a:ext cx="559468" cy="447497"/>
            <a:chOff x="-1" y="0"/>
            <a:chExt cx="2063405" cy="1650448"/>
          </a:xfrm>
          <a:solidFill>
            <a:schemeClr val="bg1"/>
          </a:solidFill>
        </p:grpSpPr>
        <p:sp>
          <p:nvSpPr>
            <p:cNvPr id="12" name="Shape">
              <a:extLst>
                <a:ext uri="{FF2B5EF4-FFF2-40B4-BE49-F238E27FC236}">
                  <a16:creationId xmlns:a16="http://schemas.microsoft.com/office/drawing/2014/main" id="{7F2616C0-0898-4993-6879-5D1B038C2A0B}"/>
                </a:ext>
              </a:extLst>
            </p:cNvPr>
            <p:cNvSpPr/>
            <p:nvPr/>
          </p:nvSpPr>
          <p:spPr>
            <a:xfrm>
              <a:off x="206043" y="755734"/>
              <a:ext cx="1857361" cy="8947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8" h="21510" extrusionOk="0">
                  <a:moveTo>
                    <a:pt x="21598" y="6642"/>
                  </a:moveTo>
                  <a:cubicBezTo>
                    <a:pt x="21600" y="5403"/>
                    <a:pt x="21434" y="4188"/>
                    <a:pt x="21119" y="3135"/>
                  </a:cubicBezTo>
                  <a:cubicBezTo>
                    <a:pt x="20803" y="2082"/>
                    <a:pt x="20351" y="1232"/>
                    <a:pt x="19814" y="684"/>
                  </a:cubicBezTo>
                  <a:cubicBezTo>
                    <a:pt x="19277" y="136"/>
                    <a:pt x="18676" y="-90"/>
                    <a:pt x="18080" y="33"/>
                  </a:cubicBezTo>
                  <a:cubicBezTo>
                    <a:pt x="17483" y="156"/>
                    <a:pt x="16916" y="623"/>
                    <a:pt x="16441" y="1380"/>
                  </a:cubicBezTo>
                  <a:cubicBezTo>
                    <a:pt x="15967" y="2137"/>
                    <a:pt x="15605" y="3154"/>
                    <a:pt x="15397" y="4315"/>
                  </a:cubicBezTo>
                  <a:cubicBezTo>
                    <a:pt x="15188" y="5476"/>
                    <a:pt x="15142" y="6735"/>
                    <a:pt x="15262" y="7949"/>
                  </a:cubicBezTo>
                  <a:cubicBezTo>
                    <a:pt x="15383" y="9162"/>
                    <a:pt x="15666" y="10281"/>
                    <a:pt x="16079" y="11179"/>
                  </a:cubicBezTo>
                  <a:cubicBezTo>
                    <a:pt x="16492" y="12076"/>
                    <a:pt x="17018" y="12716"/>
                    <a:pt x="17599" y="13025"/>
                  </a:cubicBezTo>
                  <a:cubicBezTo>
                    <a:pt x="17587" y="14411"/>
                    <a:pt x="17313" y="15732"/>
                    <a:pt x="16835" y="16704"/>
                  </a:cubicBezTo>
                  <a:cubicBezTo>
                    <a:pt x="16358" y="17677"/>
                    <a:pt x="15715" y="18223"/>
                    <a:pt x="15044" y="18226"/>
                  </a:cubicBezTo>
                  <a:lnTo>
                    <a:pt x="4147" y="18226"/>
                  </a:lnTo>
                  <a:cubicBezTo>
                    <a:pt x="3469" y="18224"/>
                    <a:pt x="2818" y="17666"/>
                    <a:pt x="2339" y="16675"/>
                  </a:cubicBezTo>
                  <a:cubicBezTo>
                    <a:pt x="1859" y="15683"/>
                    <a:pt x="1589" y="14339"/>
                    <a:pt x="1588" y="12937"/>
                  </a:cubicBezTo>
                  <a:lnTo>
                    <a:pt x="1588" y="8291"/>
                  </a:lnTo>
                  <a:cubicBezTo>
                    <a:pt x="1586" y="7858"/>
                    <a:pt x="1502" y="7444"/>
                    <a:pt x="1353" y="7140"/>
                  </a:cubicBezTo>
                  <a:cubicBezTo>
                    <a:pt x="1204" y="6836"/>
                    <a:pt x="1004" y="6665"/>
                    <a:pt x="794" y="6665"/>
                  </a:cubicBezTo>
                  <a:cubicBezTo>
                    <a:pt x="585" y="6665"/>
                    <a:pt x="384" y="6836"/>
                    <a:pt x="235" y="7140"/>
                  </a:cubicBezTo>
                  <a:cubicBezTo>
                    <a:pt x="87" y="7444"/>
                    <a:pt x="2" y="7858"/>
                    <a:pt x="0" y="8291"/>
                  </a:cubicBezTo>
                  <a:lnTo>
                    <a:pt x="0" y="12937"/>
                  </a:lnTo>
                  <a:cubicBezTo>
                    <a:pt x="1" y="15210"/>
                    <a:pt x="439" y="17389"/>
                    <a:pt x="1216" y="18996"/>
                  </a:cubicBezTo>
                  <a:cubicBezTo>
                    <a:pt x="1994" y="20603"/>
                    <a:pt x="3048" y="21507"/>
                    <a:pt x="4147" y="21510"/>
                  </a:cubicBezTo>
                  <a:lnTo>
                    <a:pt x="15044" y="21510"/>
                  </a:lnTo>
                  <a:cubicBezTo>
                    <a:pt x="16135" y="21507"/>
                    <a:pt x="17182" y="20615"/>
                    <a:pt x="17957" y="19028"/>
                  </a:cubicBezTo>
                  <a:cubicBezTo>
                    <a:pt x="18732" y="17441"/>
                    <a:pt x="19174" y="15286"/>
                    <a:pt x="19187" y="13031"/>
                  </a:cubicBezTo>
                  <a:cubicBezTo>
                    <a:pt x="19874" y="12670"/>
                    <a:pt x="20485" y="11846"/>
                    <a:pt x="20921" y="10689"/>
                  </a:cubicBezTo>
                  <a:cubicBezTo>
                    <a:pt x="21358" y="9533"/>
                    <a:pt x="21596" y="8109"/>
                    <a:pt x="21598" y="6642"/>
                  </a:cubicBezTo>
                  <a:close/>
                  <a:moveTo>
                    <a:pt x="18397" y="9951"/>
                  </a:moveTo>
                  <a:cubicBezTo>
                    <a:pt x="18081" y="9951"/>
                    <a:pt x="17771" y="9756"/>
                    <a:pt x="17508" y="9393"/>
                  </a:cubicBezTo>
                  <a:cubicBezTo>
                    <a:pt x="17245" y="9029"/>
                    <a:pt x="17040" y="8513"/>
                    <a:pt x="16919" y="7908"/>
                  </a:cubicBezTo>
                  <a:cubicBezTo>
                    <a:pt x="16798" y="7304"/>
                    <a:pt x="16766" y="6638"/>
                    <a:pt x="16828" y="5997"/>
                  </a:cubicBezTo>
                  <a:cubicBezTo>
                    <a:pt x="16889" y="5355"/>
                    <a:pt x="17042" y="4765"/>
                    <a:pt x="17266" y="4303"/>
                  </a:cubicBezTo>
                  <a:cubicBezTo>
                    <a:pt x="17489" y="3840"/>
                    <a:pt x="17775" y="3525"/>
                    <a:pt x="18085" y="3397"/>
                  </a:cubicBezTo>
                  <a:cubicBezTo>
                    <a:pt x="18395" y="3270"/>
                    <a:pt x="18717" y="3335"/>
                    <a:pt x="19010" y="3585"/>
                  </a:cubicBezTo>
                  <a:cubicBezTo>
                    <a:pt x="19302" y="3836"/>
                    <a:pt x="19552" y="4260"/>
                    <a:pt x="19728" y="4804"/>
                  </a:cubicBezTo>
                  <a:cubicBezTo>
                    <a:pt x="19904" y="5348"/>
                    <a:pt x="19998" y="5988"/>
                    <a:pt x="19998" y="6642"/>
                  </a:cubicBezTo>
                  <a:cubicBezTo>
                    <a:pt x="19997" y="7519"/>
                    <a:pt x="19828" y="8360"/>
                    <a:pt x="19528" y="8981"/>
                  </a:cubicBezTo>
                  <a:cubicBezTo>
                    <a:pt x="19228" y="9601"/>
                    <a:pt x="18822" y="9950"/>
                    <a:pt x="18397" y="9951"/>
                  </a:cubicBezTo>
                  <a:close/>
                </a:path>
              </a:pathLst>
            </a:custGeom>
            <a:grpFill/>
            <a:ln w="12700">
              <a:noFill/>
              <a:miter lim="400000"/>
            </a:ln>
          </p:spPr>
          <p:txBody>
            <a:bodyPr lIns="12095" tIns="12095" rIns="12095" bIns="12095" anchor="ctr"/>
            <a:lstStyle/>
            <a:p>
              <a:pPr algn="ctr" defTabSz="196552"/>
              <a:endParaRPr sz="762">
                <a:solidFill>
                  <a:schemeClr val="bg1"/>
                </a:solidFill>
                <a:latin typeface="Helvetica Neue Medium"/>
                <a:sym typeface="Helvetica Neue Medium"/>
              </a:endParaRPr>
            </a:p>
          </p:txBody>
        </p:sp>
        <p:sp>
          <p:nvSpPr>
            <p:cNvPr id="13" name="Circle">
              <a:extLst>
                <a:ext uri="{FF2B5EF4-FFF2-40B4-BE49-F238E27FC236}">
                  <a16:creationId xmlns:a16="http://schemas.microsoft.com/office/drawing/2014/main" id="{9F52863B-0A99-FD87-0481-E28CCB0CCE27}"/>
                </a:ext>
              </a:extLst>
            </p:cNvPr>
            <p:cNvSpPr/>
            <p:nvPr/>
          </p:nvSpPr>
          <p:spPr>
            <a:xfrm>
              <a:off x="1203290" y="549848"/>
              <a:ext cx="206429" cy="206429"/>
            </a:xfrm>
            <a:prstGeom prst="ellipse">
              <a:avLst/>
            </a:prstGeom>
            <a:grpFill/>
            <a:ln w="12700">
              <a:noFill/>
              <a:miter lim="400000"/>
            </a:ln>
          </p:spPr>
          <p:txBody>
            <a:bodyPr lIns="12095" tIns="12095" rIns="12095" bIns="12095" anchor="ctr"/>
            <a:lstStyle/>
            <a:p>
              <a:pPr algn="ctr" defTabSz="196552"/>
              <a:endParaRPr sz="762">
                <a:solidFill>
                  <a:schemeClr val="bg1"/>
                </a:solidFill>
                <a:latin typeface="Helvetica Neue Medium"/>
                <a:sym typeface="Helvetica Neue Medium"/>
              </a:endParaRPr>
            </a:p>
          </p:txBody>
        </p:sp>
        <p:sp>
          <p:nvSpPr>
            <p:cNvPr id="14" name="Circle">
              <a:extLst>
                <a:ext uri="{FF2B5EF4-FFF2-40B4-BE49-F238E27FC236}">
                  <a16:creationId xmlns:a16="http://schemas.microsoft.com/office/drawing/2014/main" id="{3C5C9FBE-B8D7-6492-147A-6C1F2BEB0111}"/>
                </a:ext>
              </a:extLst>
            </p:cNvPr>
            <p:cNvSpPr/>
            <p:nvPr/>
          </p:nvSpPr>
          <p:spPr>
            <a:xfrm>
              <a:off x="652815" y="549848"/>
              <a:ext cx="206430" cy="206429"/>
            </a:xfrm>
            <a:prstGeom prst="ellipse">
              <a:avLst/>
            </a:prstGeom>
            <a:grpFill/>
            <a:ln w="12700">
              <a:noFill/>
              <a:miter lim="400000"/>
            </a:ln>
          </p:spPr>
          <p:txBody>
            <a:bodyPr lIns="12095" tIns="12095" rIns="12095" bIns="12095" anchor="ctr"/>
            <a:lstStyle/>
            <a:p>
              <a:pPr algn="ctr" defTabSz="196552"/>
              <a:endParaRPr sz="762">
                <a:solidFill>
                  <a:schemeClr val="bg1"/>
                </a:solidFill>
                <a:latin typeface="Helvetica Neue Medium"/>
                <a:sym typeface="Helvetica Neue Medium"/>
              </a:endParaRPr>
            </a:p>
          </p:txBody>
        </p:sp>
        <p:sp>
          <p:nvSpPr>
            <p:cNvPr id="15" name="Shape">
              <a:extLst>
                <a:ext uri="{FF2B5EF4-FFF2-40B4-BE49-F238E27FC236}">
                  <a16:creationId xmlns:a16="http://schemas.microsoft.com/office/drawing/2014/main" id="{BCCB390E-6634-A5AD-756C-27725D2DB7FE}"/>
                </a:ext>
              </a:extLst>
            </p:cNvPr>
            <p:cNvSpPr/>
            <p:nvPr/>
          </p:nvSpPr>
          <p:spPr>
            <a:xfrm>
              <a:off x="-1" y="0"/>
              <a:ext cx="1856509" cy="89421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4" h="21509" extrusionOk="0">
                  <a:moveTo>
                    <a:pt x="6378" y="14888"/>
                  </a:moveTo>
                  <a:cubicBezTo>
                    <a:pt x="6376" y="13424"/>
                    <a:pt x="6139" y="12002"/>
                    <a:pt x="5705" y="10847"/>
                  </a:cubicBezTo>
                  <a:cubicBezTo>
                    <a:pt x="5271" y="9691"/>
                    <a:pt x="4665" y="8866"/>
                    <a:pt x="3980" y="8502"/>
                  </a:cubicBezTo>
                  <a:cubicBezTo>
                    <a:pt x="3990" y="7113"/>
                    <a:pt x="4263" y="5788"/>
                    <a:pt x="4740" y="4812"/>
                  </a:cubicBezTo>
                  <a:cubicBezTo>
                    <a:pt x="5217" y="3836"/>
                    <a:pt x="5860" y="3288"/>
                    <a:pt x="6530" y="3286"/>
                  </a:cubicBezTo>
                  <a:lnTo>
                    <a:pt x="17405" y="3286"/>
                  </a:lnTo>
                  <a:cubicBezTo>
                    <a:pt x="18082" y="3287"/>
                    <a:pt x="18731" y="3845"/>
                    <a:pt x="19210" y="4838"/>
                  </a:cubicBezTo>
                  <a:cubicBezTo>
                    <a:pt x="19689" y="5830"/>
                    <a:pt x="19958" y="7175"/>
                    <a:pt x="19959" y="8579"/>
                  </a:cubicBezTo>
                  <a:lnTo>
                    <a:pt x="19959" y="13233"/>
                  </a:lnTo>
                  <a:cubicBezTo>
                    <a:pt x="19958" y="13451"/>
                    <a:pt x="19977" y="13666"/>
                    <a:pt x="20017" y="13867"/>
                  </a:cubicBezTo>
                  <a:cubicBezTo>
                    <a:pt x="20056" y="14068"/>
                    <a:pt x="20114" y="14252"/>
                    <a:pt x="20188" y="14406"/>
                  </a:cubicBezTo>
                  <a:cubicBezTo>
                    <a:pt x="20262" y="14560"/>
                    <a:pt x="20349" y="14683"/>
                    <a:pt x="20446" y="14766"/>
                  </a:cubicBezTo>
                  <a:cubicBezTo>
                    <a:pt x="20543" y="14850"/>
                    <a:pt x="20647" y="14893"/>
                    <a:pt x="20751" y="14893"/>
                  </a:cubicBezTo>
                  <a:cubicBezTo>
                    <a:pt x="20856" y="14893"/>
                    <a:pt x="20960" y="14850"/>
                    <a:pt x="21056" y="14766"/>
                  </a:cubicBezTo>
                  <a:cubicBezTo>
                    <a:pt x="21153" y="14683"/>
                    <a:pt x="21241" y="14560"/>
                    <a:pt x="21315" y="14406"/>
                  </a:cubicBezTo>
                  <a:cubicBezTo>
                    <a:pt x="21388" y="14252"/>
                    <a:pt x="21447" y="14068"/>
                    <a:pt x="21486" y="13867"/>
                  </a:cubicBezTo>
                  <a:cubicBezTo>
                    <a:pt x="21525" y="13666"/>
                    <a:pt x="21545" y="13451"/>
                    <a:pt x="21544" y="13233"/>
                  </a:cubicBezTo>
                  <a:lnTo>
                    <a:pt x="21544" y="8579"/>
                  </a:lnTo>
                  <a:cubicBezTo>
                    <a:pt x="21543" y="6304"/>
                    <a:pt x="21106" y="4123"/>
                    <a:pt x="20330" y="2515"/>
                  </a:cubicBezTo>
                  <a:cubicBezTo>
                    <a:pt x="19554" y="907"/>
                    <a:pt x="18502" y="2"/>
                    <a:pt x="17405" y="0"/>
                  </a:cubicBezTo>
                  <a:lnTo>
                    <a:pt x="6530" y="0"/>
                  </a:lnTo>
                  <a:cubicBezTo>
                    <a:pt x="5440" y="3"/>
                    <a:pt x="4395" y="897"/>
                    <a:pt x="3620" y="2488"/>
                  </a:cubicBezTo>
                  <a:cubicBezTo>
                    <a:pt x="2846" y="4078"/>
                    <a:pt x="2406" y="6238"/>
                    <a:pt x="2395" y="8497"/>
                  </a:cubicBezTo>
                  <a:cubicBezTo>
                    <a:pt x="1817" y="8805"/>
                    <a:pt x="1292" y="9443"/>
                    <a:pt x="881" y="10338"/>
                  </a:cubicBezTo>
                  <a:cubicBezTo>
                    <a:pt x="469" y="11233"/>
                    <a:pt x="186" y="12350"/>
                    <a:pt x="66" y="13562"/>
                  </a:cubicBezTo>
                  <a:cubicBezTo>
                    <a:pt x="-55" y="14773"/>
                    <a:pt x="-9" y="16031"/>
                    <a:pt x="198" y="17191"/>
                  </a:cubicBezTo>
                  <a:cubicBezTo>
                    <a:pt x="405" y="18351"/>
                    <a:pt x="765" y="19368"/>
                    <a:pt x="1236" y="20125"/>
                  </a:cubicBezTo>
                  <a:cubicBezTo>
                    <a:pt x="1708" y="20883"/>
                    <a:pt x="2273" y="21350"/>
                    <a:pt x="2867" y="21475"/>
                  </a:cubicBezTo>
                  <a:cubicBezTo>
                    <a:pt x="3461" y="21600"/>
                    <a:pt x="4060" y="21377"/>
                    <a:pt x="4595" y="20831"/>
                  </a:cubicBezTo>
                  <a:cubicBezTo>
                    <a:pt x="5131" y="20286"/>
                    <a:pt x="5582" y="19439"/>
                    <a:pt x="5897" y="18389"/>
                  </a:cubicBezTo>
                  <a:cubicBezTo>
                    <a:pt x="6212" y="17338"/>
                    <a:pt x="6379" y="16125"/>
                    <a:pt x="6378" y="14888"/>
                  </a:cubicBezTo>
                  <a:close/>
                  <a:moveTo>
                    <a:pt x="1587" y="14888"/>
                  </a:moveTo>
                  <a:cubicBezTo>
                    <a:pt x="1587" y="14234"/>
                    <a:pt x="1680" y="13594"/>
                    <a:pt x="1856" y="13049"/>
                  </a:cubicBezTo>
                  <a:cubicBezTo>
                    <a:pt x="2031" y="12505"/>
                    <a:pt x="2281" y="12081"/>
                    <a:pt x="2573" y="11830"/>
                  </a:cubicBezTo>
                  <a:cubicBezTo>
                    <a:pt x="2864" y="11580"/>
                    <a:pt x="3186" y="11514"/>
                    <a:pt x="3495" y="11642"/>
                  </a:cubicBezTo>
                  <a:cubicBezTo>
                    <a:pt x="3805" y="11770"/>
                    <a:pt x="4090" y="12085"/>
                    <a:pt x="4313" y="12548"/>
                  </a:cubicBezTo>
                  <a:cubicBezTo>
                    <a:pt x="4536" y="13011"/>
                    <a:pt x="4688" y="13601"/>
                    <a:pt x="4750" y="14243"/>
                  </a:cubicBezTo>
                  <a:cubicBezTo>
                    <a:pt x="4812" y="14885"/>
                    <a:pt x="4780" y="15550"/>
                    <a:pt x="4659" y="16155"/>
                  </a:cubicBezTo>
                  <a:cubicBezTo>
                    <a:pt x="4538" y="16760"/>
                    <a:pt x="4334" y="17277"/>
                    <a:pt x="4071" y="17641"/>
                  </a:cubicBezTo>
                  <a:cubicBezTo>
                    <a:pt x="3808" y="18004"/>
                    <a:pt x="3500" y="18199"/>
                    <a:pt x="3184" y="18199"/>
                  </a:cubicBezTo>
                  <a:cubicBezTo>
                    <a:pt x="2760" y="18198"/>
                    <a:pt x="2354" y="17849"/>
                    <a:pt x="2055" y="17228"/>
                  </a:cubicBezTo>
                  <a:cubicBezTo>
                    <a:pt x="1756" y="16608"/>
                    <a:pt x="1587" y="15766"/>
                    <a:pt x="1587" y="14888"/>
                  </a:cubicBezTo>
                  <a:close/>
                </a:path>
              </a:pathLst>
            </a:custGeom>
            <a:grpFill/>
            <a:ln w="12700">
              <a:noFill/>
              <a:miter lim="400000"/>
            </a:ln>
          </p:spPr>
          <p:txBody>
            <a:bodyPr lIns="12095" tIns="12095" rIns="12095" bIns="12095" anchor="ctr"/>
            <a:lstStyle/>
            <a:p>
              <a:pPr algn="ctr" defTabSz="196552"/>
              <a:endParaRPr sz="762">
                <a:solidFill>
                  <a:schemeClr val="bg1"/>
                </a:solidFill>
                <a:latin typeface="Helvetica Neue Medium"/>
                <a:sym typeface="Helvetica Neue Medium"/>
              </a:endParaRPr>
            </a:p>
          </p:txBody>
        </p:sp>
        <p:sp>
          <p:nvSpPr>
            <p:cNvPr id="16" name="Shape">
              <a:extLst>
                <a:ext uri="{FF2B5EF4-FFF2-40B4-BE49-F238E27FC236}">
                  <a16:creationId xmlns:a16="http://schemas.microsoft.com/office/drawing/2014/main" id="{14EFDAE7-0254-FC46-BD54-5F40EA57264B}"/>
                </a:ext>
              </a:extLst>
            </p:cNvPr>
            <p:cNvSpPr/>
            <p:nvPr/>
          </p:nvSpPr>
          <p:spPr>
            <a:xfrm>
              <a:off x="653250" y="895155"/>
              <a:ext cx="756011" cy="34292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88" h="21478" extrusionOk="0">
                  <a:moveTo>
                    <a:pt x="126" y="5831"/>
                  </a:moveTo>
                  <a:cubicBezTo>
                    <a:pt x="995" y="10465"/>
                    <a:pt x="2469" y="14426"/>
                    <a:pt x="4361" y="17211"/>
                  </a:cubicBezTo>
                  <a:cubicBezTo>
                    <a:pt x="6253" y="19997"/>
                    <a:pt x="8478" y="21482"/>
                    <a:pt x="10753" y="21478"/>
                  </a:cubicBezTo>
                  <a:cubicBezTo>
                    <a:pt x="13029" y="21474"/>
                    <a:pt x="15252" y="19980"/>
                    <a:pt x="17142" y="17188"/>
                  </a:cubicBezTo>
                  <a:cubicBezTo>
                    <a:pt x="19032" y="14395"/>
                    <a:pt x="20503" y="10429"/>
                    <a:pt x="21369" y="5792"/>
                  </a:cubicBezTo>
                  <a:cubicBezTo>
                    <a:pt x="21545" y="4730"/>
                    <a:pt x="21525" y="3560"/>
                    <a:pt x="21314" y="2530"/>
                  </a:cubicBezTo>
                  <a:cubicBezTo>
                    <a:pt x="21102" y="1501"/>
                    <a:pt x="20715" y="697"/>
                    <a:pt x="20237" y="289"/>
                  </a:cubicBezTo>
                  <a:cubicBezTo>
                    <a:pt x="19759" y="-118"/>
                    <a:pt x="19227" y="-95"/>
                    <a:pt x="18757" y="353"/>
                  </a:cubicBezTo>
                  <a:cubicBezTo>
                    <a:pt x="18286" y="801"/>
                    <a:pt x="17914" y="1639"/>
                    <a:pt x="17721" y="2685"/>
                  </a:cubicBezTo>
                  <a:cubicBezTo>
                    <a:pt x="17139" y="5706"/>
                    <a:pt x="16166" y="8281"/>
                    <a:pt x="14923" y="10090"/>
                  </a:cubicBezTo>
                  <a:cubicBezTo>
                    <a:pt x="13681" y="11899"/>
                    <a:pt x="12224" y="12862"/>
                    <a:pt x="10735" y="12858"/>
                  </a:cubicBezTo>
                  <a:cubicBezTo>
                    <a:pt x="9246" y="12854"/>
                    <a:pt x="7790" y="11883"/>
                    <a:pt x="6550" y="10068"/>
                  </a:cubicBezTo>
                  <a:cubicBezTo>
                    <a:pt x="5309" y="8252"/>
                    <a:pt x="4339" y="5671"/>
                    <a:pt x="3760" y="2648"/>
                  </a:cubicBezTo>
                  <a:cubicBezTo>
                    <a:pt x="3563" y="1605"/>
                    <a:pt x="3187" y="775"/>
                    <a:pt x="2715" y="338"/>
                  </a:cubicBezTo>
                  <a:cubicBezTo>
                    <a:pt x="2242" y="-101"/>
                    <a:pt x="1710" y="-113"/>
                    <a:pt x="1234" y="304"/>
                  </a:cubicBezTo>
                  <a:cubicBezTo>
                    <a:pt x="757" y="722"/>
                    <a:pt x="374" y="1534"/>
                    <a:pt x="167" y="2567"/>
                  </a:cubicBezTo>
                  <a:cubicBezTo>
                    <a:pt x="-40" y="3601"/>
                    <a:pt x="-55" y="4772"/>
                    <a:pt x="126" y="5829"/>
                  </a:cubicBezTo>
                  <a:lnTo>
                    <a:pt x="126" y="5831"/>
                  </a:lnTo>
                  <a:close/>
                </a:path>
              </a:pathLst>
            </a:custGeom>
            <a:grpFill/>
            <a:ln w="12700">
              <a:noFill/>
              <a:miter lim="400000"/>
            </a:ln>
          </p:spPr>
          <p:txBody>
            <a:bodyPr lIns="12095" tIns="12095" rIns="12095" bIns="12095" anchor="ctr"/>
            <a:lstStyle/>
            <a:p>
              <a:pPr algn="ctr" defTabSz="196552"/>
              <a:endParaRPr sz="762">
                <a:solidFill>
                  <a:schemeClr val="bg1"/>
                </a:solidFill>
                <a:latin typeface="Helvetica Neue Medium"/>
                <a:sym typeface="Helvetica Neue Medium"/>
              </a:endParaRPr>
            </a:p>
          </p:txBody>
        </p:sp>
      </p:grpSp>
      <p:sp>
        <p:nvSpPr>
          <p:cNvPr id="7" name="Title 6">
            <a:extLst>
              <a:ext uri="{FF2B5EF4-FFF2-40B4-BE49-F238E27FC236}">
                <a16:creationId xmlns:a16="http://schemas.microsoft.com/office/drawing/2014/main" id="{169A1D22-9465-2328-3D72-2607A4B23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Business </a:t>
            </a:r>
            <a:r>
              <a:rPr lang="en-US" dirty="0"/>
              <a:t>of </a:t>
            </a:r>
            <a:r>
              <a:rPr lang="en-US" dirty="0">
                <a:latin typeface="+mj-lt"/>
              </a:rPr>
              <a:t>deploying agentic CX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2DBBF-AF8D-982F-8C29-1BE6E9809F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599" y="1094430"/>
            <a:ext cx="10230577" cy="292100"/>
          </a:xfrm>
        </p:spPr>
        <p:txBody>
          <a:bodyPr/>
          <a:lstStyle/>
          <a:p>
            <a:r>
              <a:rPr lang="en-US" dirty="0">
                <a:latin typeface="Inter Medium" panose="02000603000000020004" pitchFamily="2" charset="0"/>
                <a:ea typeface="Inter Medium" panose="02000603000000020004" pitchFamily="2" charset="0"/>
                <a:cs typeface="Inter Medium" panose="02000603000000020004" pitchFamily="2" charset="0"/>
              </a:rPr>
              <a:t>Contact centers’ focus when deploying AI agents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295CAF-7330-7D9B-F8AA-239E2C28A3F7}"/>
              </a:ext>
            </a:extLst>
          </p:cNvPr>
          <p:cNvSpPr txBox="1"/>
          <p:nvPr/>
        </p:nvSpPr>
        <p:spPr>
          <a:xfrm>
            <a:off x="4787997" y="3968041"/>
            <a:ext cx="1772049" cy="1523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926372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AI Agent</a:t>
            </a: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F47CD13C-8F98-E78F-1335-DEEAB3FA09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15" t="11257" r="18778" b="4510"/>
          <a:stretch>
            <a:fillRect/>
          </a:stretch>
        </p:blipFill>
        <p:spPr>
          <a:xfrm>
            <a:off x="434580" y="2792881"/>
            <a:ext cx="1811353" cy="1807161"/>
          </a:xfrm>
          <a:prstGeom prst="ellipse">
            <a:avLst/>
          </a:prstGeom>
        </p:spPr>
      </p:pic>
      <p:grpSp>
        <p:nvGrpSpPr>
          <p:cNvPr id="48" name="Group 47">
            <a:extLst>
              <a:ext uri="{FF2B5EF4-FFF2-40B4-BE49-F238E27FC236}">
                <a16:creationId xmlns:a16="http://schemas.microsoft.com/office/drawing/2014/main" id="{E57175F8-D23B-9472-F326-48F6C175665A}"/>
              </a:ext>
            </a:extLst>
          </p:cNvPr>
          <p:cNvGrpSpPr/>
          <p:nvPr/>
        </p:nvGrpSpPr>
        <p:grpSpPr>
          <a:xfrm>
            <a:off x="2258644" y="2581515"/>
            <a:ext cx="855069" cy="2229891"/>
            <a:chOff x="8314491" y="1351719"/>
            <a:chExt cx="788483" cy="2242891"/>
          </a:xfrm>
        </p:grpSpPr>
        <p:pic>
          <p:nvPicPr>
            <p:cNvPr id="49" name="Graphic 48">
              <a:extLst>
                <a:ext uri="{FF2B5EF4-FFF2-40B4-BE49-F238E27FC236}">
                  <a16:creationId xmlns:a16="http://schemas.microsoft.com/office/drawing/2014/main" id="{60936D2A-D85F-792C-0485-811159499AB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321982" y="2834347"/>
              <a:ext cx="343160" cy="343160"/>
            </a:xfrm>
            <a:prstGeom prst="rect">
              <a:avLst/>
            </a:prstGeom>
          </p:spPr>
        </p:pic>
        <p:pic>
          <p:nvPicPr>
            <p:cNvPr id="51" name="Graphic 50">
              <a:extLst>
                <a:ext uri="{FF2B5EF4-FFF2-40B4-BE49-F238E27FC236}">
                  <a16:creationId xmlns:a16="http://schemas.microsoft.com/office/drawing/2014/main" id="{D891CBAB-62AE-5079-30A2-DFF1D25CCCD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751684" y="3251450"/>
              <a:ext cx="343160" cy="343160"/>
            </a:xfrm>
            <a:prstGeom prst="rect">
              <a:avLst/>
            </a:prstGeom>
          </p:spPr>
        </p:pic>
        <p:pic>
          <p:nvPicPr>
            <p:cNvPr id="52" name="Graphic 51">
              <a:extLst>
                <a:ext uri="{FF2B5EF4-FFF2-40B4-BE49-F238E27FC236}">
                  <a16:creationId xmlns:a16="http://schemas.microsoft.com/office/drawing/2014/main" id="{5AF59D6A-B1CE-CCC0-23EA-32B29FEBA64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8759814" y="2442591"/>
              <a:ext cx="343160" cy="343160"/>
            </a:xfrm>
            <a:prstGeom prst="rect">
              <a:avLst/>
            </a:prstGeom>
          </p:spPr>
        </p:pic>
        <p:pic>
          <p:nvPicPr>
            <p:cNvPr id="53" name="Graphic 52">
              <a:extLst>
                <a:ext uri="{FF2B5EF4-FFF2-40B4-BE49-F238E27FC236}">
                  <a16:creationId xmlns:a16="http://schemas.microsoft.com/office/drawing/2014/main" id="{8898AA84-9E6B-A7FE-C820-7A4FA6F3C120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8321982" y="2417244"/>
              <a:ext cx="343160" cy="343160"/>
            </a:xfrm>
            <a:prstGeom prst="rect">
              <a:avLst/>
            </a:prstGeom>
          </p:spPr>
        </p:pic>
        <p:pic>
          <p:nvPicPr>
            <p:cNvPr id="54" name="Graphic 53">
              <a:extLst>
                <a:ext uri="{FF2B5EF4-FFF2-40B4-BE49-F238E27FC236}">
                  <a16:creationId xmlns:a16="http://schemas.microsoft.com/office/drawing/2014/main" id="{AB220DE2-19C2-0A36-D05E-01217413333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8759814" y="1715343"/>
              <a:ext cx="343160" cy="343160"/>
            </a:xfrm>
            <a:prstGeom prst="rect">
              <a:avLst/>
            </a:prstGeom>
          </p:spPr>
        </p:pic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A2DDABEC-C9BD-71B5-26E0-772D38D91119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759814" y="2078967"/>
              <a:ext cx="343160" cy="343160"/>
            </a:xfrm>
            <a:prstGeom prst="rect">
              <a:avLst/>
            </a:prstGeom>
          </p:spPr>
        </p:pic>
        <p:pic>
          <p:nvPicPr>
            <p:cNvPr id="56" name="Graphic 55">
              <a:extLst>
                <a:ext uri="{FF2B5EF4-FFF2-40B4-BE49-F238E27FC236}">
                  <a16:creationId xmlns:a16="http://schemas.microsoft.com/office/drawing/2014/main" id="{59AD6222-D3A3-DC5E-A3F9-38DBDF4C5488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8759814" y="1351719"/>
              <a:ext cx="343160" cy="343160"/>
            </a:xfrm>
            <a:prstGeom prst="rect">
              <a:avLst/>
            </a:prstGeom>
          </p:spPr>
        </p:pic>
        <p:pic>
          <p:nvPicPr>
            <p:cNvPr id="57" name="Graphic 56">
              <a:extLst>
                <a:ext uri="{FF2B5EF4-FFF2-40B4-BE49-F238E27FC236}">
                  <a16:creationId xmlns:a16="http://schemas.microsoft.com/office/drawing/2014/main" id="{C40D629E-6605-5C5F-BFFA-8AFFEAC82AAF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314492" y="2092119"/>
              <a:ext cx="343160" cy="343160"/>
            </a:xfrm>
            <a:prstGeom prst="rect">
              <a:avLst/>
            </a:prstGeom>
          </p:spPr>
        </p:pic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B12F822E-B661-EC5B-1A00-418ADB42A347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759814" y="2806215"/>
              <a:ext cx="343160" cy="343160"/>
            </a:xfrm>
            <a:prstGeom prst="rect">
              <a:avLst/>
            </a:prstGeom>
          </p:spPr>
        </p:pic>
        <p:pic>
          <p:nvPicPr>
            <p:cNvPr id="62" name="Graphic 61">
              <a:extLst>
                <a:ext uri="{FF2B5EF4-FFF2-40B4-BE49-F238E27FC236}">
                  <a16:creationId xmlns:a16="http://schemas.microsoft.com/office/drawing/2014/main" id="{022F9136-30CB-AC49-E8A7-64E5628E0F3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314492" y="1733627"/>
              <a:ext cx="343160" cy="343160"/>
            </a:xfrm>
            <a:prstGeom prst="rect">
              <a:avLst/>
            </a:prstGeom>
          </p:spPr>
        </p:pic>
        <p:pic>
          <p:nvPicPr>
            <p:cNvPr id="63" name="Graphic 62">
              <a:extLst>
                <a:ext uri="{FF2B5EF4-FFF2-40B4-BE49-F238E27FC236}">
                  <a16:creationId xmlns:a16="http://schemas.microsoft.com/office/drawing/2014/main" id="{1762FC6A-0041-832C-1264-8C44D179E6E6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8314492" y="1375135"/>
              <a:ext cx="343160" cy="343160"/>
            </a:xfrm>
            <a:prstGeom prst="rect">
              <a:avLst/>
            </a:prstGeom>
          </p:spPr>
        </p:pic>
        <p:pic>
          <p:nvPicPr>
            <p:cNvPr id="64" name="Graphic 63">
              <a:extLst>
                <a:ext uri="{FF2B5EF4-FFF2-40B4-BE49-F238E27FC236}">
                  <a16:creationId xmlns:a16="http://schemas.microsoft.com/office/drawing/2014/main" id="{09607AEC-9970-74E9-C188-6137A3CBE503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alphaModFix/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8314491" y="3251450"/>
              <a:ext cx="343160" cy="343160"/>
            </a:xfrm>
            <a:prstGeom prst="rect">
              <a:avLst/>
            </a:prstGeom>
          </p:spPr>
        </p:pic>
      </p:grp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F5C60AA5-9758-4D8F-F158-CBAF488A8103}"/>
              </a:ext>
            </a:extLst>
          </p:cNvPr>
          <p:cNvSpPr/>
          <p:nvPr/>
        </p:nvSpPr>
        <p:spPr>
          <a:xfrm>
            <a:off x="7255140" y="1954559"/>
            <a:ext cx="1866785" cy="702167"/>
          </a:xfrm>
          <a:prstGeom prst="roundRect">
            <a:avLst>
              <a:gd name="adj" fmla="val 50000"/>
            </a:avLst>
          </a:prstGeom>
          <a:solidFill>
            <a:srgbClr val="121212">
              <a:lumMod val="90000"/>
              <a:lumOff val="1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3E20CE14-810D-0791-934A-F4B73D04A32C}"/>
              </a:ext>
            </a:extLst>
          </p:cNvPr>
          <p:cNvSpPr/>
          <p:nvPr/>
        </p:nvSpPr>
        <p:spPr>
          <a:xfrm>
            <a:off x="6996489" y="1935383"/>
            <a:ext cx="731191" cy="731191"/>
          </a:xfrm>
          <a:prstGeom prst="ellipse">
            <a:avLst/>
          </a:prstGeom>
          <a:solidFill>
            <a:srgbClr val="121212">
              <a:lumMod val="90000"/>
              <a:lumOff val="10000"/>
            </a:srgbClr>
          </a:soli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8AA945-08BA-4B89-689D-D7D1C3747963}"/>
              </a:ext>
            </a:extLst>
          </p:cNvPr>
          <p:cNvSpPr txBox="1"/>
          <p:nvPr/>
        </p:nvSpPr>
        <p:spPr>
          <a:xfrm flipH="1">
            <a:off x="7805596" y="2175566"/>
            <a:ext cx="1217602" cy="3101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r>
              <a:rPr lang="en-US" kern="100" spc="-133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Knowledge</a:t>
            </a:r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20DD4D07-C28C-E1FC-4A6F-E42566ADDEFD}"/>
              </a:ext>
            </a:extLst>
          </p:cNvPr>
          <p:cNvSpPr/>
          <p:nvPr/>
        </p:nvSpPr>
        <p:spPr>
          <a:xfrm>
            <a:off x="7092879" y="2038350"/>
            <a:ext cx="528918" cy="528918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3B18CBB1-A380-196F-2FF1-96C766DEA0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079517" y="2030611"/>
            <a:ext cx="555642" cy="555642"/>
          </a:xfrm>
          <a:prstGeom prst="rect">
            <a:avLst/>
          </a:prstGeom>
        </p:spPr>
      </p:pic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5D172602-1F27-544F-A431-C3828C1A0143}"/>
              </a:ext>
            </a:extLst>
          </p:cNvPr>
          <p:cNvCxnSpPr/>
          <p:nvPr/>
        </p:nvCxnSpPr>
        <p:spPr>
          <a:xfrm>
            <a:off x="3322782" y="3240394"/>
            <a:ext cx="1725433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4C1FD6C-E56F-2BEE-4BE8-E271B93C0B81}"/>
              </a:ext>
            </a:extLst>
          </p:cNvPr>
          <p:cNvCxnSpPr>
            <a:cxnSpLocks/>
          </p:cNvCxnSpPr>
          <p:nvPr/>
        </p:nvCxnSpPr>
        <p:spPr>
          <a:xfrm flipH="1">
            <a:off x="3327320" y="4120648"/>
            <a:ext cx="1633031" cy="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32">
            <a:extLst>
              <a:ext uri="{FF2B5EF4-FFF2-40B4-BE49-F238E27FC236}">
                <a16:creationId xmlns:a16="http://schemas.microsoft.com/office/drawing/2014/main" id="{4D60CA3A-C201-E8E2-75F6-F5A4AED911C6}"/>
              </a:ext>
            </a:extLst>
          </p:cNvPr>
          <p:cNvSpPr/>
          <p:nvPr/>
        </p:nvSpPr>
        <p:spPr>
          <a:xfrm>
            <a:off x="2901420" y="4971829"/>
            <a:ext cx="2561772" cy="365760"/>
          </a:xfrm>
          <a:prstGeom prst="roundRect">
            <a:avLst>
              <a:gd name="adj" fmla="val 50000"/>
            </a:avLst>
          </a:prstGeom>
          <a:noFill/>
          <a:ln w="12700" cap="flat">
            <a:gradFill flip="none" rotWithShape="1">
              <a:gsLst>
                <a:gs pos="0">
                  <a:schemeClr val="accent4"/>
                </a:gs>
                <a:gs pos="100000">
                  <a:schemeClr val="accent3"/>
                </a:gs>
              </a:gsLst>
              <a:lin ang="2700000" scaled="1"/>
              <a:tileRect/>
            </a:gradFill>
            <a:miter lim="400000"/>
          </a:ln>
          <a:effectLst/>
        </p:spPr>
        <p:txBody>
          <a:bodyPr wrap="none" lIns="121919" tIns="121919" rIns="121919" bIns="121919" numCol="1" anchor="ctr">
            <a:noAutofit/>
          </a:bodyPr>
          <a:lstStyle/>
          <a:p>
            <a:pPr marL="0" marR="0" lvl="0" indent="0" algn="ctr" defTabSz="1625518" rtl="0" eaLnBrk="1" fontAlgn="auto" latinLnBrk="0" hangingPunct="0">
              <a:lnSpc>
                <a:spcPct val="90000"/>
              </a:lnSpc>
              <a:spcBef>
                <a:spcPts val="30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Knowledgbase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,</a:t>
            </a:r>
            <a:r>
              <a:rPr kumimoji="0" lang="en-US" sz="14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 CRMs…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5" name="Rounded Rectangle 32">
            <a:extLst>
              <a:ext uri="{FF2B5EF4-FFF2-40B4-BE49-F238E27FC236}">
                <a16:creationId xmlns:a16="http://schemas.microsoft.com/office/drawing/2014/main" id="{45045A73-8F45-843C-C20A-38EAB06B61ED}"/>
              </a:ext>
            </a:extLst>
          </p:cNvPr>
          <p:cNvSpPr/>
          <p:nvPr/>
        </p:nvSpPr>
        <p:spPr>
          <a:xfrm>
            <a:off x="3090779" y="2072087"/>
            <a:ext cx="2183055" cy="365760"/>
          </a:xfrm>
          <a:prstGeom prst="roundRect">
            <a:avLst>
              <a:gd name="adj" fmla="val 50000"/>
            </a:avLst>
          </a:prstGeom>
          <a:solidFill>
            <a:srgbClr val="07182D"/>
          </a:solidFill>
          <a:ln w="12700" cap="flat">
            <a:gradFill flip="none" rotWithShape="1">
              <a:gsLst>
                <a:gs pos="0">
                  <a:schemeClr val="accent4"/>
                </a:gs>
                <a:gs pos="100000">
                  <a:schemeClr val="accent3"/>
                </a:gs>
              </a:gsLst>
              <a:lin ang="2700000" scaled="1"/>
              <a:tileRect/>
            </a:gradFill>
            <a:miter lim="400000"/>
          </a:ln>
          <a:effectLst/>
        </p:spPr>
        <p:txBody>
          <a:bodyPr wrap="none" lIns="121919" tIns="121919" rIns="121919" bIns="121919" numCol="1" anchor="ctr">
            <a:noAutofit/>
          </a:bodyPr>
          <a:lstStyle/>
          <a:p>
            <a:pPr marL="0" marR="0" lvl="0" indent="0" algn="ctr" defTabSz="1625518" rtl="0" eaLnBrk="1" fontAlgn="auto" latinLnBrk="0" hangingPunct="0">
              <a:lnSpc>
                <a:spcPct val="90000"/>
              </a:lnSpc>
              <a:spcBef>
                <a:spcPts val="300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Prompt injection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2BB6505-6D7B-D2B4-6581-B7783C4610A7}"/>
              </a:ext>
            </a:extLst>
          </p:cNvPr>
          <p:cNvSpPr/>
          <p:nvPr/>
        </p:nvSpPr>
        <p:spPr>
          <a:xfrm>
            <a:off x="4105593" y="3170191"/>
            <a:ext cx="153428" cy="155062"/>
          </a:xfrm>
          <a:prstGeom prst="ellipse">
            <a:avLst/>
          </a:prstGeom>
          <a:solidFill>
            <a:schemeClr val="accent3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57E1DBC-0B1D-C859-1454-1A60B25BA8BC}"/>
              </a:ext>
            </a:extLst>
          </p:cNvPr>
          <p:cNvCxnSpPr>
            <a:stCxn id="18" idx="0"/>
            <a:endCxn id="5" idx="2"/>
          </p:cNvCxnSpPr>
          <p:nvPr/>
        </p:nvCxnSpPr>
        <p:spPr>
          <a:xfrm flipV="1">
            <a:off x="4182307" y="2437847"/>
            <a:ext cx="0" cy="732344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1606314-0C4E-C633-F912-3D849EB9F8A5}"/>
              </a:ext>
            </a:extLst>
          </p:cNvPr>
          <p:cNvSpPr/>
          <p:nvPr/>
        </p:nvSpPr>
        <p:spPr>
          <a:xfrm>
            <a:off x="4096231" y="4053037"/>
            <a:ext cx="153428" cy="155062"/>
          </a:xfrm>
          <a:prstGeom prst="ellipse">
            <a:avLst/>
          </a:prstGeom>
          <a:solidFill>
            <a:schemeClr val="accent3"/>
          </a:solidFill>
          <a:ln w="158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82880" tIns="182880" rIns="182880" bIns="182880" rtlCol="0" anchor="t" anchorCtr="0">
            <a:noAutofit/>
          </a:bodyPr>
          <a:lstStyle/>
          <a:p>
            <a:pPr marL="182880" indent="-182880" algn="l">
              <a:buFont typeface="Arial" panose="020B0604020202020204" pitchFamily="34" charset="0"/>
              <a:buChar char="•"/>
            </a:pPr>
            <a:endParaRPr lang="en-US" sz="1600">
              <a:solidFill>
                <a:schemeClr val="bg1"/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D2DF58E-B042-B432-8B99-F86C5030A094}"/>
              </a:ext>
            </a:extLst>
          </p:cNvPr>
          <p:cNvCxnSpPr>
            <a:cxnSpLocks/>
            <a:stCxn id="23" idx="0"/>
            <a:endCxn id="3" idx="0"/>
          </p:cNvCxnSpPr>
          <p:nvPr/>
        </p:nvCxnSpPr>
        <p:spPr>
          <a:xfrm>
            <a:off x="4172945" y="4053037"/>
            <a:ext cx="9361" cy="918792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ECE78FC-7151-AF6B-7BE6-017E6CDD0B60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6301566" y="3667327"/>
            <a:ext cx="395263" cy="0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F6CF3D17-1509-7290-55C7-465BC8C7D55E}"/>
              </a:ext>
            </a:extLst>
          </p:cNvPr>
          <p:cNvSpPr/>
          <p:nvPr/>
        </p:nvSpPr>
        <p:spPr>
          <a:xfrm>
            <a:off x="7249722" y="2907593"/>
            <a:ext cx="1872203" cy="702000"/>
          </a:xfrm>
          <a:prstGeom prst="roundRect">
            <a:avLst>
              <a:gd name="adj" fmla="val 50000"/>
            </a:avLst>
          </a:prstGeom>
          <a:solidFill>
            <a:srgbClr val="121212">
              <a:lumMod val="90000"/>
              <a:lumOff val="1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87CB146-C3B3-0C39-6D06-81E050B7947F}"/>
              </a:ext>
            </a:extLst>
          </p:cNvPr>
          <p:cNvSpPr/>
          <p:nvPr/>
        </p:nvSpPr>
        <p:spPr>
          <a:xfrm>
            <a:off x="6991071" y="2878903"/>
            <a:ext cx="731191" cy="731191"/>
          </a:xfrm>
          <a:prstGeom prst="ellipse">
            <a:avLst/>
          </a:prstGeom>
          <a:solidFill>
            <a:srgbClr val="121212">
              <a:lumMod val="90000"/>
              <a:lumOff val="10000"/>
            </a:srgbClr>
          </a:soli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6C720D-E24E-C602-7931-64A3C93D3074}"/>
              </a:ext>
            </a:extLst>
          </p:cNvPr>
          <p:cNvSpPr txBox="1"/>
          <p:nvPr/>
        </p:nvSpPr>
        <p:spPr>
          <a:xfrm flipH="1">
            <a:off x="7795674" y="3153078"/>
            <a:ext cx="1435267" cy="3101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r>
              <a:rPr lang="en-US" kern="100" spc="-133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Actions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C9717D4E-D370-5EE2-3430-76B75BC26A12}"/>
              </a:ext>
            </a:extLst>
          </p:cNvPr>
          <p:cNvSpPr/>
          <p:nvPr/>
        </p:nvSpPr>
        <p:spPr>
          <a:xfrm>
            <a:off x="7087461" y="2981870"/>
            <a:ext cx="528918" cy="528918"/>
          </a:xfrm>
          <a:prstGeom prst="ellipse">
            <a:avLst/>
          </a:prstGeom>
          <a:solidFill>
            <a:srgbClr val="67DE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3E284C3A-7E8D-79F7-9F15-FA907763CB47}"/>
              </a:ext>
            </a:extLst>
          </p:cNvPr>
          <p:cNvCxnSpPr>
            <a:cxnSpLocks/>
          </p:cNvCxnSpPr>
          <p:nvPr/>
        </p:nvCxnSpPr>
        <p:spPr>
          <a:xfrm>
            <a:off x="6696829" y="2328760"/>
            <a:ext cx="0" cy="3008829"/>
          </a:xfrm>
          <a:prstGeom prst="line">
            <a:avLst/>
          </a:prstGeom>
          <a:ln w="3492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DF8FB4C4-2657-2795-B437-01FA991EAE13}"/>
              </a:ext>
            </a:extLst>
          </p:cNvPr>
          <p:cNvSpPr/>
          <p:nvPr/>
        </p:nvSpPr>
        <p:spPr>
          <a:xfrm>
            <a:off x="7258082" y="3947695"/>
            <a:ext cx="1863843" cy="702000"/>
          </a:xfrm>
          <a:prstGeom prst="roundRect">
            <a:avLst>
              <a:gd name="adj" fmla="val 50000"/>
            </a:avLst>
          </a:prstGeom>
          <a:solidFill>
            <a:srgbClr val="121212">
              <a:lumMod val="90000"/>
              <a:lumOff val="1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9AD4C372-18BF-27BB-EF97-831E53B4EED7}"/>
              </a:ext>
            </a:extLst>
          </p:cNvPr>
          <p:cNvSpPr/>
          <p:nvPr/>
        </p:nvSpPr>
        <p:spPr>
          <a:xfrm>
            <a:off x="6999431" y="3912081"/>
            <a:ext cx="731191" cy="731191"/>
          </a:xfrm>
          <a:prstGeom prst="ellipse">
            <a:avLst/>
          </a:prstGeom>
          <a:solidFill>
            <a:srgbClr val="121212">
              <a:lumMod val="90000"/>
              <a:lumOff val="10000"/>
            </a:srgbClr>
          </a:soli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643826A-276C-5277-2C74-B3037A323713}"/>
              </a:ext>
            </a:extLst>
          </p:cNvPr>
          <p:cNvSpPr txBox="1"/>
          <p:nvPr/>
        </p:nvSpPr>
        <p:spPr>
          <a:xfrm flipH="1">
            <a:off x="7805596" y="4154260"/>
            <a:ext cx="1435267" cy="3101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r>
              <a:rPr lang="en-US" kern="100" spc="-133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Context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179462E-9C72-CB69-D9B2-9591D87B0089}"/>
              </a:ext>
            </a:extLst>
          </p:cNvPr>
          <p:cNvSpPr/>
          <p:nvPr/>
        </p:nvSpPr>
        <p:spPr>
          <a:xfrm>
            <a:off x="7095821" y="4015048"/>
            <a:ext cx="528918" cy="528918"/>
          </a:xfrm>
          <a:prstGeom prst="ellipse">
            <a:avLst/>
          </a:prstGeom>
          <a:solidFill>
            <a:srgbClr val="0097C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7E444749-2D90-B3D0-D8CA-22629DC7854F}"/>
              </a:ext>
            </a:extLst>
          </p:cNvPr>
          <p:cNvSpPr/>
          <p:nvPr/>
        </p:nvSpPr>
        <p:spPr>
          <a:xfrm>
            <a:off x="7255140" y="4942635"/>
            <a:ext cx="1968117" cy="702000"/>
          </a:xfrm>
          <a:prstGeom prst="roundRect">
            <a:avLst>
              <a:gd name="adj" fmla="val 50000"/>
            </a:avLst>
          </a:prstGeom>
          <a:solidFill>
            <a:srgbClr val="121212">
              <a:lumMod val="90000"/>
              <a:lumOff val="10000"/>
            </a:srgbClr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F4CC2FAC-CBCD-A33E-430F-D7FAA27A44BE}"/>
              </a:ext>
            </a:extLst>
          </p:cNvPr>
          <p:cNvSpPr/>
          <p:nvPr/>
        </p:nvSpPr>
        <p:spPr>
          <a:xfrm>
            <a:off x="6996489" y="4899950"/>
            <a:ext cx="731191" cy="731191"/>
          </a:xfrm>
          <a:prstGeom prst="ellipse">
            <a:avLst/>
          </a:prstGeom>
          <a:solidFill>
            <a:srgbClr val="121212">
              <a:lumMod val="90000"/>
              <a:lumOff val="10000"/>
            </a:srgbClr>
          </a:solidFill>
          <a:ln w="1905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55A2313-70A8-BE2E-EBBE-AA3D4E6A2C2F}"/>
              </a:ext>
            </a:extLst>
          </p:cNvPr>
          <p:cNvSpPr txBox="1"/>
          <p:nvPr/>
        </p:nvSpPr>
        <p:spPr>
          <a:xfrm flipH="1">
            <a:off x="7791496" y="5154938"/>
            <a:ext cx="1435267" cy="3101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882171">
              <a:lnSpc>
                <a:spcPct val="90000"/>
              </a:lnSpc>
              <a:spcBef>
                <a:spcPct val="0"/>
              </a:spcBef>
              <a:defRPr/>
            </a:pPr>
            <a:r>
              <a:rPr lang="en-US" kern="100" spc="-133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</a:rPr>
              <a:t>Interoperability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BCC1EA02-579A-C110-7388-21D8F4EAF646}"/>
              </a:ext>
            </a:extLst>
          </p:cNvPr>
          <p:cNvSpPr/>
          <p:nvPr/>
        </p:nvSpPr>
        <p:spPr>
          <a:xfrm>
            <a:off x="7092879" y="5002917"/>
            <a:ext cx="528918" cy="528918"/>
          </a:xfrm>
          <a:prstGeom prst="ellipse">
            <a:avLst/>
          </a:prstGeom>
          <a:solidFill>
            <a:srgbClr val="0960FF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iscoSansTT Light"/>
              <a:ea typeface="+mn-ea"/>
              <a:cs typeface="+mn-cs"/>
            </a:endParaRPr>
          </a:p>
        </p:txBody>
      </p:sp>
      <p:grpSp>
        <p:nvGrpSpPr>
          <p:cNvPr id="89" name="Group 88">
            <a:extLst>
              <a:ext uri="{FF2B5EF4-FFF2-40B4-BE49-F238E27FC236}">
                <a16:creationId xmlns:a16="http://schemas.microsoft.com/office/drawing/2014/main" id="{700AD3EF-3F4C-17BD-9000-869C38505268}"/>
              </a:ext>
            </a:extLst>
          </p:cNvPr>
          <p:cNvGrpSpPr/>
          <p:nvPr/>
        </p:nvGrpSpPr>
        <p:grpSpPr>
          <a:xfrm>
            <a:off x="7132173" y="3014630"/>
            <a:ext cx="439494" cy="439264"/>
            <a:chOff x="7792088" y="2910865"/>
            <a:chExt cx="520375" cy="520103"/>
          </a:xfrm>
        </p:grpSpPr>
        <p:sp>
          <p:nvSpPr>
            <p:cNvPr id="90" name="Freeform 89">
              <a:extLst>
                <a:ext uri="{FF2B5EF4-FFF2-40B4-BE49-F238E27FC236}">
                  <a16:creationId xmlns:a16="http://schemas.microsoft.com/office/drawing/2014/main" id="{C90CC433-3C62-0725-3060-9692172174C7}"/>
                </a:ext>
              </a:extLst>
            </p:cNvPr>
            <p:cNvSpPr/>
            <p:nvPr/>
          </p:nvSpPr>
          <p:spPr>
            <a:xfrm>
              <a:off x="8006092" y="3124779"/>
              <a:ext cx="92276" cy="92276"/>
            </a:xfrm>
            <a:custGeom>
              <a:avLst/>
              <a:gdLst>
                <a:gd name="csX0" fmla="*/ 96393 w 96393"/>
                <a:gd name="csY0" fmla="*/ 48197 h 96393"/>
                <a:gd name="csX1" fmla="*/ 48197 w 96393"/>
                <a:gd name="csY1" fmla="*/ 0 h 96393"/>
                <a:gd name="csX2" fmla="*/ 0 w 96393"/>
                <a:gd name="csY2" fmla="*/ 48197 h 96393"/>
                <a:gd name="csX3" fmla="*/ 48197 w 96393"/>
                <a:gd name="csY3" fmla="*/ 96393 h 96393"/>
                <a:gd name="csX4" fmla="*/ 96393 w 96393"/>
                <a:gd name="csY4" fmla="*/ 48197 h 96393"/>
                <a:gd name="csX5" fmla="*/ 48197 w 96393"/>
                <a:gd name="csY5" fmla="*/ 82106 h 96393"/>
                <a:gd name="csX6" fmla="*/ 14288 w 96393"/>
                <a:gd name="csY6" fmla="*/ 48197 h 96393"/>
                <a:gd name="csX7" fmla="*/ 48197 w 96393"/>
                <a:gd name="csY7" fmla="*/ 14288 h 96393"/>
                <a:gd name="csX8" fmla="*/ 82106 w 96393"/>
                <a:gd name="csY8" fmla="*/ 48197 h 96393"/>
                <a:gd name="csX9" fmla="*/ 48197 w 96393"/>
                <a:gd name="csY9" fmla="*/ 82106 h 963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96393" h="96393">
                  <a:moveTo>
                    <a:pt x="96393" y="48197"/>
                  </a:moveTo>
                  <a:cubicBezTo>
                    <a:pt x="96393" y="21622"/>
                    <a:pt x="74771" y="0"/>
                    <a:pt x="48197" y="0"/>
                  </a:cubicBezTo>
                  <a:cubicBezTo>
                    <a:pt x="21622" y="0"/>
                    <a:pt x="0" y="21622"/>
                    <a:pt x="0" y="48197"/>
                  </a:cubicBezTo>
                  <a:cubicBezTo>
                    <a:pt x="0" y="74771"/>
                    <a:pt x="21622" y="96393"/>
                    <a:pt x="48197" y="96393"/>
                  </a:cubicBezTo>
                  <a:cubicBezTo>
                    <a:pt x="74771" y="96393"/>
                    <a:pt x="96393" y="74771"/>
                    <a:pt x="96393" y="48197"/>
                  </a:cubicBezTo>
                  <a:close/>
                  <a:moveTo>
                    <a:pt x="48197" y="82106"/>
                  </a:moveTo>
                  <a:cubicBezTo>
                    <a:pt x="29528" y="82106"/>
                    <a:pt x="14288" y="66866"/>
                    <a:pt x="14288" y="48197"/>
                  </a:cubicBezTo>
                  <a:cubicBezTo>
                    <a:pt x="14288" y="29528"/>
                    <a:pt x="29528" y="14288"/>
                    <a:pt x="48197" y="14288"/>
                  </a:cubicBezTo>
                  <a:cubicBezTo>
                    <a:pt x="66866" y="14288"/>
                    <a:pt x="82106" y="29528"/>
                    <a:pt x="82106" y="48197"/>
                  </a:cubicBezTo>
                  <a:cubicBezTo>
                    <a:pt x="82106" y="66866"/>
                    <a:pt x="66866" y="82106"/>
                    <a:pt x="48197" y="82106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scoSansTT Light"/>
              </a:endParaRPr>
            </a:p>
          </p:txBody>
        </p:sp>
        <p:sp>
          <p:nvSpPr>
            <p:cNvPr id="91" name="Freeform 90">
              <a:extLst>
                <a:ext uri="{FF2B5EF4-FFF2-40B4-BE49-F238E27FC236}">
                  <a16:creationId xmlns:a16="http://schemas.microsoft.com/office/drawing/2014/main" id="{864FA0A6-4C9E-2CE2-A686-A45B6FC4A961}"/>
                </a:ext>
              </a:extLst>
            </p:cNvPr>
            <p:cNvSpPr/>
            <p:nvPr/>
          </p:nvSpPr>
          <p:spPr>
            <a:xfrm>
              <a:off x="7820902" y="2910865"/>
              <a:ext cx="216830" cy="236891"/>
            </a:xfrm>
            <a:custGeom>
              <a:avLst/>
              <a:gdLst>
                <a:gd name="csX0" fmla="*/ 201263 w 226504"/>
                <a:gd name="csY0" fmla="*/ 43339 h 247459"/>
                <a:gd name="csX1" fmla="*/ 184023 w 226504"/>
                <a:gd name="csY1" fmla="*/ 60579 h 247459"/>
                <a:gd name="csX2" fmla="*/ 194119 w 226504"/>
                <a:gd name="csY2" fmla="*/ 70676 h 247459"/>
                <a:gd name="csX3" fmla="*/ 224409 w 226504"/>
                <a:gd name="csY3" fmla="*/ 40386 h 247459"/>
                <a:gd name="csX4" fmla="*/ 226505 w 226504"/>
                <a:gd name="csY4" fmla="*/ 35338 h 247459"/>
                <a:gd name="csX5" fmla="*/ 224409 w 226504"/>
                <a:gd name="csY5" fmla="*/ 30290 h 247459"/>
                <a:gd name="csX6" fmla="*/ 194119 w 226504"/>
                <a:gd name="csY6" fmla="*/ 0 h 247459"/>
                <a:gd name="csX7" fmla="*/ 184023 w 226504"/>
                <a:gd name="csY7" fmla="*/ 10097 h 247459"/>
                <a:gd name="csX8" fmla="*/ 202787 w 226504"/>
                <a:gd name="csY8" fmla="*/ 28861 h 247459"/>
                <a:gd name="csX9" fmla="*/ 0 w 226504"/>
                <a:gd name="csY9" fmla="*/ 247460 h 247459"/>
                <a:gd name="csX10" fmla="*/ 14287 w 226504"/>
                <a:gd name="csY10" fmla="*/ 247460 h 247459"/>
                <a:gd name="csX11" fmla="*/ 201168 w 226504"/>
                <a:gd name="csY11" fmla="*/ 43339 h 247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26504" h="247459">
                  <a:moveTo>
                    <a:pt x="201263" y="43339"/>
                  </a:moveTo>
                  <a:lnTo>
                    <a:pt x="184023" y="60579"/>
                  </a:lnTo>
                  <a:lnTo>
                    <a:pt x="194119" y="70676"/>
                  </a:lnTo>
                  <a:lnTo>
                    <a:pt x="224409" y="40386"/>
                  </a:lnTo>
                  <a:cubicBezTo>
                    <a:pt x="225743" y="39053"/>
                    <a:pt x="226505" y="37243"/>
                    <a:pt x="226505" y="35338"/>
                  </a:cubicBezTo>
                  <a:cubicBezTo>
                    <a:pt x="226505" y="33433"/>
                    <a:pt x="225743" y="31623"/>
                    <a:pt x="224409" y="30290"/>
                  </a:cubicBezTo>
                  <a:lnTo>
                    <a:pt x="194119" y="0"/>
                  </a:lnTo>
                  <a:lnTo>
                    <a:pt x="184023" y="10097"/>
                  </a:lnTo>
                  <a:lnTo>
                    <a:pt x="202787" y="28861"/>
                  </a:lnTo>
                  <a:cubicBezTo>
                    <a:pt x="89535" y="37338"/>
                    <a:pt x="0" y="132112"/>
                    <a:pt x="0" y="247460"/>
                  </a:cubicBezTo>
                  <a:lnTo>
                    <a:pt x="14287" y="247460"/>
                  </a:lnTo>
                  <a:cubicBezTo>
                    <a:pt x="14287" y="140589"/>
                    <a:pt x="96584" y="52578"/>
                    <a:pt x="201168" y="43339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scoSansTT Light"/>
              </a:endParaRPr>
            </a:p>
          </p:txBody>
        </p:sp>
        <p:sp>
          <p:nvSpPr>
            <p:cNvPr id="92" name="Freeform 91">
              <a:extLst>
                <a:ext uri="{FF2B5EF4-FFF2-40B4-BE49-F238E27FC236}">
                  <a16:creationId xmlns:a16="http://schemas.microsoft.com/office/drawing/2014/main" id="{6DEB5F97-B469-9E82-B375-A7C25101A623}"/>
                </a:ext>
              </a:extLst>
            </p:cNvPr>
            <p:cNvSpPr/>
            <p:nvPr/>
          </p:nvSpPr>
          <p:spPr>
            <a:xfrm>
              <a:off x="8075482" y="2937855"/>
              <a:ext cx="236981" cy="216831"/>
            </a:xfrm>
            <a:custGeom>
              <a:avLst/>
              <a:gdLst>
                <a:gd name="csX0" fmla="*/ 218599 w 247554"/>
                <a:gd name="csY0" fmla="*/ 202692 h 226504"/>
                <a:gd name="csX1" fmla="*/ 0 w 247554"/>
                <a:gd name="csY1" fmla="*/ 0 h 226504"/>
                <a:gd name="csX2" fmla="*/ 0 w 247554"/>
                <a:gd name="csY2" fmla="*/ 14288 h 226504"/>
                <a:gd name="csX3" fmla="*/ 204121 w 247554"/>
                <a:gd name="csY3" fmla="*/ 201168 h 226504"/>
                <a:gd name="csX4" fmla="*/ 186976 w 247554"/>
                <a:gd name="csY4" fmla="*/ 184023 h 226504"/>
                <a:gd name="csX5" fmla="*/ 176879 w 247554"/>
                <a:gd name="csY5" fmla="*/ 194120 h 226504"/>
                <a:gd name="csX6" fmla="*/ 207169 w 247554"/>
                <a:gd name="csY6" fmla="*/ 224409 h 226504"/>
                <a:gd name="csX7" fmla="*/ 212217 w 247554"/>
                <a:gd name="csY7" fmla="*/ 226505 h 226504"/>
                <a:gd name="csX8" fmla="*/ 217265 w 247554"/>
                <a:gd name="csY8" fmla="*/ 224409 h 226504"/>
                <a:gd name="csX9" fmla="*/ 247555 w 247554"/>
                <a:gd name="csY9" fmla="*/ 194120 h 226504"/>
                <a:gd name="csX10" fmla="*/ 237458 w 247554"/>
                <a:gd name="csY10" fmla="*/ 184023 h 226504"/>
                <a:gd name="csX11" fmla="*/ 218694 w 247554"/>
                <a:gd name="csY11" fmla="*/ 202787 h 2265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47554" h="226504">
                  <a:moveTo>
                    <a:pt x="218599" y="202692"/>
                  </a:moveTo>
                  <a:cubicBezTo>
                    <a:pt x="210122" y="89440"/>
                    <a:pt x="115348" y="0"/>
                    <a:pt x="0" y="0"/>
                  </a:cubicBezTo>
                  <a:lnTo>
                    <a:pt x="0" y="14288"/>
                  </a:lnTo>
                  <a:cubicBezTo>
                    <a:pt x="106871" y="14288"/>
                    <a:pt x="194881" y="96584"/>
                    <a:pt x="204121" y="201168"/>
                  </a:cubicBezTo>
                  <a:lnTo>
                    <a:pt x="186976" y="184023"/>
                  </a:lnTo>
                  <a:lnTo>
                    <a:pt x="176879" y="194120"/>
                  </a:lnTo>
                  <a:lnTo>
                    <a:pt x="207169" y="224409"/>
                  </a:lnTo>
                  <a:cubicBezTo>
                    <a:pt x="208597" y="225838"/>
                    <a:pt x="210407" y="226505"/>
                    <a:pt x="212217" y="226505"/>
                  </a:cubicBezTo>
                  <a:cubicBezTo>
                    <a:pt x="214027" y="226505"/>
                    <a:pt x="215837" y="225838"/>
                    <a:pt x="217265" y="224409"/>
                  </a:cubicBezTo>
                  <a:lnTo>
                    <a:pt x="247555" y="194120"/>
                  </a:lnTo>
                  <a:lnTo>
                    <a:pt x="237458" y="184023"/>
                  </a:lnTo>
                  <a:lnTo>
                    <a:pt x="218694" y="202787"/>
                  </a:ln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scoSansTT Light"/>
              </a:endParaRPr>
            </a:p>
          </p:txBody>
        </p:sp>
        <p:sp>
          <p:nvSpPr>
            <p:cNvPr id="93" name="Freeform 92">
              <a:extLst>
                <a:ext uri="{FF2B5EF4-FFF2-40B4-BE49-F238E27FC236}">
                  <a16:creationId xmlns:a16="http://schemas.microsoft.com/office/drawing/2014/main" id="{35CE236E-78BE-BF9B-7E0E-2CE34D70B42F}"/>
                </a:ext>
              </a:extLst>
            </p:cNvPr>
            <p:cNvSpPr/>
            <p:nvPr/>
          </p:nvSpPr>
          <p:spPr>
            <a:xfrm>
              <a:off x="8066728" y="3194077"/>
              <a:ext cx="216830" cy="236891"/>
            </a:xfrm>
            <a:custGeom>
              <a:avLst/>
              <a:gdLst>
                <a:gd name="csX0" fmla="*/ 25241 w 226504"/>
                <a:gd name="csY0" fmla="*/ 204121 h 247459"/>
                <a:gd name="csX1" fmla="*/ 42481 w 226504"/>
                <a:gd name="csY1" fmla="*/ 186880 h 247459"/>
                <a:gd name="csX2" fmla="*/ 32385 w 226504"/>
                <a:gd name="csY2" fmla="*/ 176784 h 247459"/>
                <a:gd name="csX3" fmla="*/ 2096 w 226504"/>
                <a:gd name="csY3" fmla="*/ 207073 h 247459"/>
                <a:gd name="csX4" fmla="*/ 0 w 226504"/>
                <a:gd name="csY4" fmla="*/ 212122 h 247459"/>
                <a:gd name="csX5" fmla="*/ 2096 w 226504"/>
                <a:gd name="csY5" fmla="*/ 217170 h 247459"/>
                <a:gd name="csX6" fmla="*/ 32385 w 226504"/>
                <a:gd name="csY6" fmla="*/ 247459 h 247459"/>
                <a:gd name="csX7" fmla="*/ 42481 w 226504"/>
                <a:gd name="csY7" fmla="*/ 237363 h 247459"/>
                <a:gd name="csX8" fmla="*/ 23717 w 226504"/>
                <a:gd name="csY8" fmla="*/ 218599 h 247459"/>
                <a:gd name="csX9" fmla="*/ 226505 w 226504"/>
                <a:gd name="csY9" fmla="*/ 0 h 247459"/>
                <a:gd name="csX10" fmla="*/ 212217 w 226504"/>
                <a:gd name="csY10" fmla="*/ 0 h 247459"/>
                <a:gd name="csX11" fmla="*/ 25336 w 226504"/>
                <a:gd name="csY11" fmla="*/ 204121 h 24745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226504" h="247459">
                  <a:moveTo>
                    <a:pt x="25241" y="204121"/>
                  </a:moveTo>
                  <a:lnTo>
                    <a:pt x="42481" y="186880"/>
                  </a:lnTo>
                  <a:lnTo>
                    <a:pt x="32385" y="176784"/>
                  </a:lnTo>
                  <a:lnTo>
                    <a:pt x="2096" y="207073"/>
                  </a:lnTo>
                  <a:cubicBezTo>
                    <a:pt x="762" y="208407"/>
                    <a:pt x="0" y="210217"/>
                    <a:pt x="0" y="212122"/>
                  </a:cubicBezTo>
                  <a:cubicBezTo>
                    <a:pt x="0" y="214027"/>
                    <a:pt x="762" y="215836"/>
                    <a:pt x="2096" y="217170"/>
                  </a:cubicBezTo>
                  <a:lnTo>
                    <a:pt x="32385" y="247459"/>
                  </a:lnTo>
                  <a:lnTo>
                    <a:pt x="42481" y="237363"/>
                  </a:lnTo>
                  <a:lnTo>
                    <a:pt x="23717" y="218599"/>
                  </a:lnTo>
                  <a:cubicBezTo>
                    <a:pt x="136970" y="210121"/>
                    <a:pt x="226505" y="115348"/>
                    <a:pt x="226505" y="0"/>
                  </a:cubicBezTo>
                  <a:lnTo>
                    <a:pt x="212217" y="0"/>
                  </a:lnTo>
                  <a:cubicBezTo>
                    <a:pt x="212217" y="106870"/>
                    <a:pt x="129921" y="194881"/>
                    <a:pt x="25336" y="204121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scoSansTT Light"/>
              </a:endParaRPr>
            </a:p>
          </p:txBody>
        </p:sp>
        <p:sp>
          <p:nvSpPr>
            <p:cNvPr id="94" name="Freeform 93">
              <a:extLst>
                <a:ext uri="{FF2B5EF4-FFF2-40B4-BE49-F238E27FC236}">
                  <a16:creationId xmlns:a16="http://schemas.microsoft.com/office/drawing/2014/main" id="{AAF0FEAC-33AC-3B0C-57F8-C40DEF32BB89}"/>
                </a:ext>
              </a:extLst>
            </p:cNvPr>
            <p:cNvSpPr/>
            <p:nvPr/>
          </p:nvSpPr>
          <p:spPr>
            <a:xfrm>
              <a:off x="7792088" y="3187261"/>
              <a:ext cx="236890" cy="216717"/>
            </a:xfrm>
            <a:custGeom>
              <a:avLst/>
              <a:gdLst>
                <a:gd name="csX0" fmla="*/ 43434 w 247459"/>
                <a:gd name="csY0" fmla="*/ 25313 h 226385"/>
                <a:gd name="csX1" fmla="*/ 60579 w 247459"/>
                <a:gd name="csY1" fmla="*/ 42458 h 226385"/>
                <a:gd name="csX2" fmla="*/ 70675 w 247459"/>
                <a:gd name="csY2" fmla="*/ 32361 h 226385"/>
                <a:gd name="csX3" fmla="*/ 40386 w 247459"/>
                <a:gd name="csY3" fmla="*/ 2072 h 226385"/>
                <a:gd name="csX4" fmla="*/ 30289 w 247459"/>
                <a:gd name="csY4" fmla="*/ 2072 h 226385"/>
                <a:gd name="csX5" fmla="*/ 0 w 247459"/>
                <a:gd name="csY5" fmla="*/ 32361 h 226385"/>
                <a:gd name="csX6" fmla="*/ 10096 w 247459"/>
                <a:gd name="csY6" fmla="*/ 42458 h 226385"/>
                <a:gd name="csX7" fmla="*/ 28861 w 247459"/>
                <a:gd name="csY7" fmla="*/ 23693 h 226385"/>
                <a:gd name="csX8" fmla="*/ 247460 w 247459"/>
                <a:gd name="csY8" fmla="*/ 226385 h 226385"/>
                <a:gd name="csX9" fmla="*/ 247460 w 247459"/>
                <a:gd name="csY9" fmla="*/ 212098 h 226385"/>
                <a:gd name="csX10" fmla="*/ 43339 w 247459"/>
                <a:gd name="csY10" fmla="*/ 25217 h 2263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247459" h="226385">
                  <a:moveTo>
                    <a:pt x="43434" y="25313"/>
                  </a:moveTo>
                  <a:lnTo>
                    <a:pt x="60579" y="42458"/>
                  </a:lnTo>
                  <a:lnTo>
                    <a:pt x="70675" y="32361"/>
                  </a:lnTo>
                  <a:lnTo>
                    <a:pt x="40386" y="2072"/>
                  </a:lnTo>
                  <a:cubicBezTo>
                    <a:pt x="37624" y="-691"/>
                    <a:pt x="33052" y="-691"/>
                    <a:pt x="30289" y="2072"/>
                  </a:cubicBezTo>
                  <a:lnTo>
                    <a:pt x="0" y="32361"/>
                  </a:lnTo>
                  <a:lnTo>
                    <a:pt x="10096" y="42458"/>
                  </a:lnTo>
                  <a:lnTo>
                    <a:pt x="28861" y="23693"/>
                  </a:lnTo>
                  <a:cubicBezTo>
                    <a:pt x="37338" y="136946"/>
                    <a:pt x="132112" y="226385"/>
                    <a:pt x="247460" y="226385"/>
                  </a:cubicBezTo>
                  <a:lnTo>
                    <a:pt x="247460" y="212098"/>
                  </a:lnTo>
                  <a:cubicBezTo>
                    <a:pt x="140589" y="212098"/>
                    <a:pt x="52578" y="129802"/>
                    <a:pt x="43339" y="25217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scoSansTT Light"/>
              </a:endParaRPr>
            </a:p>
          </p:txBody>
        </p:sp>
        <p:sp>
          <p:nvSpPr>
            <p:cNvPr id="95" name="Freeform 94">
              <a:extLst>
                <a:ext uri="{FF2B5EF4-FFF2-40B4-BE49-F238E27FC236}">
                  <a16:creationId xmlns:a16="http://schemas.microsoft.com/office/drawing/2014/main" id="{E1A1A1AB-AC4B-2B15-9FC9-228DB3A93CA2}"/>
                </a:ext>
              </a:extLst>
            </p:cNvPr>
            <p:cNvSpPr/>
            <p:nvPr/>
          </p:nvSpPr>
          <p:spPr>
            <a:xfrm>
              <a:off x="7933835" y="3046043"/>
              <a:ext cx="236791" cy="249610"/>
            </a:xfrm>
            <a:custGeom>
              <a:avLst/>
              <a:gdLst>
                <a:gd name="csX0" fmla="*/ 159397 w 247355"/>
                <a:gd name="csY0" fmla="*/ 242364 h 260746"/>
                <a:gd name="csX1" fmla="*/ 173017 w 247355"/>
                <a:gd name="csY1" fmla="*/ 215884 h 260746"/>
                <a:gd name="csX2" fmla="*/ 202735 w 247355"/>
                <a:gd name="csY2" fmla="*/ 217313 h 260746"/>
                <a:gd name="csX3" fmla="*/ 222643 w 247355"/>
                <a:gd name="csY3" fmla="*/ 215217 h 260746"/>
                <a:gd name="csX4" fmla="*/ 246455 w 247355"/>
                <a:gd name="csY4" fmla="*/ 174165 h 260746"/>
                <a:gd name="csX5" fmla="*/ 238454 w 247355"/>
                <a:gd name="csY5" fmla="*/ 155400 h 260746"/>
                <a:gd name="csX6" fmla="*/ 222357 w 247355"/>
                <a:gd name="csY6" fmla="*/ 130350 h 260746"/>
                <a:gd name="csX7" fmla="*/ 238454 w 247355"/>
                <a:gd name="csY7" fmla="*/ 105299 h 260746"/>
                <a:gd name="csX8" fmla="*/ 246455 w 247355"/>
                <a:gd name="csY8" fmla="*/ 86630 h 260746"/>
                <a:gd name="csX9" fmla="*/ 236644 w 247355"/>
                <a:gd name="csY9" fmla="*/ 65103 h 260746"/>
                <a:gd name="csX10" fmla="*/ 222928 w 247355"/>
                <a:gd name="csY10" fmla="*/ 45863 h 260746"/>
                <a:gd name="csX11" fmla="*/ 222928 w 247355"/>
                <a:gd name="csY11" fmla="*/ 45863 h 260746"/>
                <a:gd name="csX12" fmla="*/ 202735 w 247355"/>
                <a:gd name="csY12" fmla="*/ 43482 h 260746"/>
                <a:gd name="csX13" fmla="*/ 173017 w 247355"/>
                <a:gd name="csY13" fmla="*/ 44910 h 260746"/>
                <a:gd name="csX14" fmla="*/ 159397 w 247355"/>
                <a:gd name="csY14" fmla="*/ 18431 h 260746"/>
                <a:gd name="csX15" fmla="*/ 147109 w 247355"/>
                <a:gd name="csY15" fmla="*/ 2143 h 260746"/>
                <a:gd name="csX16" fmla="*/ 99675 w 247355"/>
                <a:gd name="csY16" fmla="*/ 2143 h 260746"/>
                <a:gd name="csX17" fmla="*/ 87959 w 247355"/>
                <a:gd name="csY17" fmla="*/ 18431 h 260746"/>
                <a:gd name="csX18" fmla="*/ 74338 w 247355"/>
                <a:gd name="csY18" fmla="*/ 44910 h 260746"/>
                <a:gd name="csX19" fmla="*/ 44620 w 247355"/>
                <a:gd name="csY19" fmla="*/ 43482 h 260746"/>
                <a:gd name="csX20" fmla="*/ 24713 w 247355"/>
                <a:gd name="csY20" fmla="*/ 45577 h 260746"/>
                <a:gd name="csX21" fmla="*/ 901 w 247355"/>
                <a:gd name="csY21" fmla="*/ 86630 h 260746"/>
                <a:gd name="csX22" fmla="*/ 8902 w 247355"/>
                <a:gd name="csY22" fmla="*/ 105394 h 260746"/>
                <a:gd name="csX23" fmla="*/ 24999 w 247355"/>
                <a:gd name="csY23" fmla="*/ 130445 h 260746"/>
                <a:gd name="csX24" fmla="*/ 8902 w 247355"/>
                <a:gd name="csY24" fmla="*/ 155496 h 260746"/>
                <a:gd name="csX25" fmla="*/ 901 w 247355"/>
                <a:gd name="csY25" fmla="*/ 174165 h 260746"/>
                <a:gd name="csX26" fmla="*/ 10711 w 247355"/>
                <a:gd name="csY26" fmla="*/ 195691 h 260746"/>
                <a:gd name="csX27" fmla="*/ 24427 w 247355"/>
                <a:gd name="csY27" fmla="*/ 214932 h 260746"/>
                <a:gd name="csX28" fmla="*/ 44620 w 247355"/>
                <a:gd name="csY28" fmla="*/ 217313 h 260746"/>
                <a:gd name="csX29" fmla="*/ 74338 w 247355"/>
                <a:gd name="csY29" fmla="*/ 215884 h 260746"/>
                <a:gd name="csX30" fmla="*/ 87959 w 247355"/>
                <a:gd name="csY30" fmla="*/ 242364 h 260746"/>
                <a:gd name="csX31" fmla="*/ 100246 w 247355"/>
                <a:gd name="csY31" fmla="*/ 258651 h 260746"/>
                <a:gd name="csX32" fmla="*/ 123678 w 247355"/>
                <a:gd name="csY32" fmla="*/ 260747 h 260746"/>
                <a:gd name="csX33" fmla="*/ 147681 w 247355"/>
                <a:gd name="csY33" fmla="*/ 258556 h 260746"/>
                <a:gd name="csX34" fmla="*/ 159397 w 247355"/>
                <a:gd name="csY34" fmla="*/ 242268 h 260746"/>
                <a:gd name="csX35" fmla="*/ 102818 w 247355"/>
                <a:gd name="csY35" fmla="*/ 244650 h 260746"/>
                <a:gd name="csX36" fmla="*/ 102247 w 247355"/>
                <a:gd name="csY36" fmla="*/ 243697 h 260746"/>
                <a:gd name="csX37" fmla="*/ 81577 w 247355"/>
                <a:gd name="csY37" fmla="*/ 203502 h 260746"/>
                <a:gd name="csX38" fmla="*/ 60718 w 247355"/>
                <a:gd name="csY38" fmla="*/ 197977 h 260746"/>
                <a:gd name="csX39" fmla="*/ 36429 w 247355"/>
                <a:gd name="csY39" fmla="*/ 205692 h 260746"/>
                <a:gd name="csX40" fmla="*/ 35381 w 247355"/>
                <a:gd name="csY40" fmla="*/ 205692 h 260746"/>
                <a:gd name="csX41" fmla="*/ 23189 w 247355"/>
                <a:gd name="csY41" fmla="*/ 188547 h 260746"/>
                <a:gd name="csX42" fmla="*/ 14426 w 247355"/>
                <a:gd name="csY42" fmla="*/ 169402 h 260746"/>
                <a:gd name="csX43" fmla="*/ 14902 w 247355"/>
                <a:gd name="csY43" fmla="*/ 168450 h 260746"/>
                <a:gd name="csX44" fmla="*/ 39382 w 247355"/>
                <a:gd name="csY44" fmla="*/ 130445 h 260746"/>
                <a:gd name="csX45" fmla="*/ 14902 w 247355"/>
                <a:gd name="csY45" fmla="*/ 92440 h 260746"/>
                <a:gd name="csX46" fmla="*/ 14426 w 247355"/>
                <a:gd name="csY46" fmla="*/ 91488 h 260746"/>
                <a:gd name="csX47" fmla="*/ 36429 w 247355"/>
                <a:gd name="csY47" fmla="*/ 55197 h 260746"/>
                <a:gd name="csX48" fmla="*/ 81577 w 247355"/>
                <a:gd name="csY48" fmla="*/ 57388 h 260746"/>
                <a:gd name="csX49" fmla="*/ 102437 w 247355"/>
                <a:gd name="csY49" fmla="*/ 16335 h 260746"/>
                <a:gd name="csX50" fmla="*/ 144728 w 247355"/>
                <a:gd name="csY50" fmla="*/ 16335 h 260746"/>
                <a:gd name="csX51" fmla="*/ 145300 w 247355"/>
                <a:gd name="csY51" fmla="*/ 17288 h 260746"/>
                <a:gd name="csX52" fmla="*/ 165969 w 247355"/>
                <a:gd name="csY52" fmla="*/ 57483 h 260746"/>
                <a:gd name="csX53" fmla="*/ 211117 w 247355"/>
                <a:gd name="csY53" fmla="*/ 55293 h 260746"/>
                <a:gd name="csX54" fmla="*/ 212165 w 247355"/>
                <a:gd name="csY54" fmla="*/ 55293 h 260746"/>
                <a:gd name="csX55" fmla="*/ 224357 w 247355"/>
                <a:gd name="csY55" fmla="*/ 72438 h 260746"/>
                <a:gd name="csX56" fmla="*/ 233120 w 247355"/>
                <a:gd name="csY56" fmla="*/ 91583 h 260746"/>
                <a:gd name="csX57" fmla="*/ 232644 w 247355"/>
                <a:gd name="csY57" fmla="*/ 92535 h 260746"/>
                <a:gd name="csX58" fmla="*/ 208165 w 247355"/>
                <a:gd name="csY58" fmla="*/ 130540 h 260746"/>
                <a:gd name="csX59" fmla="*/ 232644 w 247355"/>
                <a:gd name="csY59" fmla="*/ 168545 h 260746"/>
                <a:gd name="csX60" fmla="*/ 233120 w 247355"/>
                <a:gd name="csY60" fmla="*/ 169497 h 260746"/>
                <a:gd name="csX61" fmla="*/ 211117 w 247355"/>
                <a:gd name="csY61" fmla="*/ 205788 h 260746"/>
                <a:gd name="csX62" fmla="*/ 165969 w 247355"/>
                <a:gd name="csY62" fmla="*/ 203597 h 260746"/>
                <a:gd name="csX63" fmla="*/ 145109 w 247355"/>
                <a:gd name="csY63" fmla="*/ 244650 h 260746"/>
                <a:gd name="csX64" fmla="*/ 102818 w 247355"/>
                <a:gd name="csY64" fmla="*/ 244650 h 2607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</a:cxnLst>
              <a:rect l="l" t="t" r="r" b="b"/>
              <a:pathLst>
                <a:path w="247355" h="260746">
                  <a:moveTo>
                    <a:pt x="159397" y="242364"/>
                  </a:moveTo>
                  <a:cubicBezTo>
                    <a:pt x="158349" y="231696"/>
                    <a:pt x="163683" y="221218"/>
                    <a:pt x="173017" y="215884"/>
                  </a:cubicBezTo>
                  <a:cubicBezTo>
                    <a:pt x="182352" y="210550"/>
                    <a:pt x="193972" y="211122"/>
                    <a:pt x="202735" y="217313"/>
                  </a:cubicBezTo>
                  <a:cubicBezTo>
                    <a:pt x="209212" y="221885"/>
                    <a:pt x="217785" y="221028"/>
                    <a:pt x="222643" y="215217"/>
                  </a:cubicBezTo>
                  <a:cubicBezTo>
                    <a:pt x="233025" y="203121"/>
                    <a:pt x="241026" y="189309"/>
                    <a:pt x="246455" y="174165"/>
                  </a:cubicBezTo>
                  <a:cubicBezTo>
                    <a:pt x="249122" y="166735"/>
                    <a:pt x="245693" y="158734"/>
                    <a:pt x="238454" y="155400"/>
                  </a:cubicBezTo>
                  <a:cubicBezTo>
                    <a:pt x="228643" y="150924"/>
                    <a:pt x="222357" y="141113"/>
                    <a:pt x="222357" y="130350"/>
                  </a:cubicBezTo>
                  <a:cubicBezTo>
                    <a:pt x="222357" y="119586"/>
                    <a:pt x="228643" y="109776"/>
                    <a:pt x="238454" y="105299"/>
                  </a:cubicBezTo>
                  <a:cubicBezTo>
                    <a:pt x="245598" y="102060"/>
                    <a:pt x="249122" y="93964"/>
                    <a:pt x="246455" y="86630"/>
                  </a:cubicBezTo>
                  <a:cubicBezTo>
                    <a:pt x="243788" y="79010"/>
                    <a:pt x="240454" y="71771"/>
                    <a:pt x="236644" y="65103"/>
                  </a:cubicBezTo>
                  <a:cubicBezTo>
                    <a:pt x="232834" y="58436"/>
                    <a:pt x="228167" y="51959"/>
                    <a:pt x="222928" y="45863"/>
                  </a:cubicBezTo>
                  <a:lnTo>
                    <a:pt x="222928" y="45863"/>
                  </a:lnTo>
                  <a:cubicBezTo>
                    <a:pt x="217785" y="39957"/>
                    <a:pt x="209117" y="38910"/>
                    <a:pt x="202735" y="43482"/>
                  </a:cubicBezTo>
                  <a:cubicBezTo>
                    <a:pt x="193972" y="49673"/>
                    <a:pt x="182257" y="50244"/>
                    <a:pt x="173017" y="44910"/>
                  </a:cubicBezTo>
                  <a:cubicBezTo>
                    <a:pt x="163683" y="39576"/>
                    <a:pt x="158349" y="29194"/>
                    <a:pt x="159397" y="18431"/>
                  </a:cubicBezTo>
                  <a:cubicBezTo>
                    <a:pt x="160159" y="10525"/>
                    <a:pt x="154825" y="3477"/>
                    <a:pt x="147109" y="2143"/>
                  </a:cubicBezTo>
                  <a:cubicBezTo>
                    <a:pt x="131393" y="-714"/>
                    <a:pt x="115391" y="-714"/>
                    <a:pt x="99675" y="2143"/>
                  </a:cubicBezTo>
                  <a:cubicBezTo>
                    <a:pt x="92245" y="3572"/>
                    <a:pt x="87197" y="10525"/>
                    <a:pt x="87959" y="18431"/>
                  </a:cubicBezTo>
                  <a:cubicBezTo>
                    <a:pt x="89007" y="29099"/>
                    <a:pt x="83673" y="39576"/>
                    <a:pt x="74338" y="44910"/>
                  </a:cubicBezTo>
                  <a:cubicBezTo>
                    <a:pt x="65004" y="50244"/>
                    <a:pt x="53383" y="49673"/>
                    <a:pt x="44620" y="43482"/>
                  </a:cubicBezTo>
                  <a:cubicBezTo>
                    <a:pt x="38239" y="38910"/>
                    <a:pt x="29571" y="39767"/>
                    <a:pt x="24713" y="45577"/>
                  </a:cubicBezTo>
                  <a:cubicBezTo>
                    <a:pt x="14331" y="57674"/>
                    <a:pt x="6330" y="71485"/>
                    <a:pt x="901" y="86630"/>
                  </a:cubicBezTo>
                  <a:cubicBezTo>
                    <a:pt x="-1766" y="94059"/>
                    <a:pt x="1663" y="102060"/>
                    <a:pt x="8902" y="105394"/>
                  </a:cubicBezTo>
                  <a:cubicBezTo>
                    <a:pt x="18712" y="109871"/>
                    <a:pt x="24999" y="119682"/>
                    <a:pt x="24999" y="130445"/>
                  </a:cubicBezTo>
                  <a:cubicBezTo>
                    <a:pt x="24999" y="141208"/>
                    <a:pt x="18712" y="151019"/>
                    <a:pt x="8902" y="155496"/>
                  </a:cubicBezTo>
                  <a:cubicBezTo>
                    <a:pt x="1758" y="158734"/>
                    <a:pt x="-1766" y="166830"/>
                    <a:pt x="901" y="174165"/>
                  </a:cubicBezTo>
                  <a:cubicBezTo>
                    <a:pt x="3568" y="181785"/>
                    <a:pt x="6901" y="189024"/>
                    <a:pt x="10711" y="195691"/>
                  </a:cubicBezTo>
                  <a:cubicBezTo>
                    <a:pt x="14521" y="202359"/>
                    <a:pt x="19189" y="208836"/>
                    <a:pt x="24427" y="214932"/>
                  </a:cubicBezTo>
                  <a:cubicBezTo>
                    <a:pt x="29571" y="220837"/>
                    <a:pt x="38239" y="221885"/>
                    <a:pt x="44620" y="217313"/>
                  </a:cubicBezTo>
                  <a:cubicBezTo>
                    <a:pt x="53383" y="211026"/>
                    <a:pt x="65004" y="210550"/>
                    <a:pt x="74338" y="215884"/>
                  </a:cubicBezTo>
                  <a:cubicBezTo>
                    <a:pt x="83673" y="221218"/>
                    <a:pt x="89007" y="231600"/>
                    <a:pt x="87959" y="242364"/>
                  </a:cubicBezTo>
                  <a:cubicBezTo>
                    <a:pt x="87197" y="250269"/>
                    <a:pt x="92531" y="257318"/>
                    <a:pt x="100246" y="258651"/>
                  </a:cubicBezTo>
                  <a:cubicBezTo>
                    <a:pt x="108057" y="260080"/>
                    <a:pt x="115867" y="260747"/>
                    <a:pt x="123678" y="260747"/>
                  </a:cubicBezTo>
                  <a:cubicBezTo>
                    <a:pt x="131488" y="260747"/>
                    <a:pt x="139680" y="259985"/>
                    <a:pt x="147681" y="258556"/>
                  </a:cubicBezTo>
                  <a:cubicBezTo>
                    <a:pt x="155110" y="257127"/>
                    <a:pt x="160159" y="250174"/>
                    <a:pt x="159397" y="242268"/>
                  </a:cubicBezTo>
                  <a:close/>
                  <a:moveTo>
                    <a:pt x="102818" y="244650"/>
                  </a:moveTo>
                  <a:cubicBezTo>
                    <a:pt x="102247" y="244554"/>
                    <a:pt x="102247" y="243983"/>
                    <a:pt x="102247" y="243697"/>
                  </a:cubicBezTo>
                  <a:cubicBezTo>
                    <a:pt x="103771" y="227409"/>
                    <a:pt x="95674" y="211598"/>
                    <a:pt x="81577" y="203502"/>
                  </a:cubicBezTo>
                  <a:cubicBezTo>
                    <a:pt x="75100" y="199787"/>
                    <a:pt x="67957" y="197977"/>
                    <a:pt x="60718" y="197977"/>
                  </a:cubicBezTo>
                  <a:cubicBezTo>
                    <a:pt x="52145" y="197977"/>
                    <a:pt x="43668" y="200549"/>
                    <a:pt x="36429" y="205692"/>
                  </a:cubicBezTo>
                  <a:cubicBezTo>
                    <a:pt x="36238" y="205788"/>
                    <a:pt x="35762" y="206073"/>
                    <a:pt x="35381" y="205692"/>
                  </a:cubicBezTo>
                  <a:cubicBezTo>
                    <a:pt x="30714" y="200263"/>
                    <a:pt x="26618" y="194453"/>
                    <a:pt x="23189" y="188547"/>
                  </a:cubicBezTo>
                  <a:cubicBezTo>
                    <a:pt x="19760" y="182642"/>
                    <a:pt x="16807" y="176260"/>
                    <a:pt x="14426" y="169402"/>
                  </a:cubicBezTo>
                  <a:cubicBezTo>
                    <a:pt x="14236" y="168831"/>
                    <a:pt x="14712" y="168545"/>
                    <a:pt x="14902" y="168450"/>
                  </a:cubicBezTo>
                  <a:cubicBezTo>
                    <a:pt x="29761" y="161687"/>
                    <a:pt x="39382" y="146733"/>
                    <a:pt x="39382" y="130445"/>
                  </a:cubicBezTo>
                  <a:cubicBezTo>
                    <a:pt x="39382" y="114157"/>
                    <a:pt x="29761" y="99203"/>
                    <a:pt x="14902" y="92440"/>
                  </a:cubicBezTo>
                  <a:cubicBezTo>
                    <a:pt x="14712" y="92440"/>
                    <a:pt x="14140" y="92059"/>
                    <a:pt x="14426" y="91488"/>
                  </a:cubicBezTo>
                  <a:cubicBezTo>
                    <a:pt x="19189" y="78057"/>
                    <a:pt x="26332" y="65770"/>
                    <a:pt x="36429" y="55197"/>
                  </a:cubicBezTo>
                  <a:cubicBezTo>
                    <a:pt x="49764" y="64722"/>
                    <a:pt x="67480" y="65580"/>
                    <a:pt x="81577" y="57388"/>
                  </a:cubicBezTo>
                  <a:cubicBezTo>
                    <a:pt x="95674" y="49197"/>
                    <a:pt x="103771" y="33480"/>
                    <a:pt x="102437" y="16335"/>
                  </a:cubicBezTo>
                  <a:cubicBezTo>
                    <a:pt x="116439" y="13764"/>
                    <a:pt x="130631" y="13668"/>
                    <a:pt x="144728" y="16335"/>
                  </a:cubicBezTo>
                  <a:cubicBezTo>
                    <a:pt x="145300" y="16431"/>
                    <a:pt x="145300" y="17002"/>
                    <a:pt x="145300" y="17288"/>
                  </a:cubicBezTo>
                  <a:cubicBezTo>
                    <a:pt x="143776" y="33576"/>
                    <a:pt x="151872" y="49387"/>
                    <a:pt x="165969" y="57483"/>
                  </a:cubicBezTo>
                  <a:cubicBezTo>
                    <a:pt x="180066" y="65580"/>
                    <a:pt x="197782" y="64722"/>
                    <a:pt x="211117" y="55293"/>
                  </a:cubicBezTo>
                  <a:cubicBezTo>
                    <a:pt x="211308" y="55197"/>
                    <a:pt x="211784" y="54912"/>
                    <a:pt x="212165" y="55293"/>
                  </a:cubicBezTo>
                  <a:cubicBezTo>
                    <a:pt x="216832" y="60722"/>
                    <a:pt x="220928" y="66532"/>
                    <a:pt x="224357" y="72438"/>
                  </a:cubicBezTo>
                  <a:cubicBezTo>
                    <a:pt x="227786" y="78343"/>
                    <a:pt x="230739" y="84725"/>
                    <a:pt x="233120" y="91583"/>
                  </a:cubicBezTo>
                  <a:cubicBezTo>
                    <a:pt x="233311" y="92154"/>
                    <a:pt x="232834" y="92440"/>
                    <a:pt x="232644" y="92535"/>
                  </a:cubicBezTo>
                  <a:cubicBezTo>
                    <a:pt x="217785" y="99298"/>
                    <a:pt x="208165" y="114252"/>
                    <a:pt x="208165" y="130540"/>
                  </a:cubicBezTo>
                  <a:cubicBezTo>
                    <a:pt x="208165" y="146828"/>
                    <a:pt x="217785" y="161782"/>
                    <a:pt x="232644" y="168545"/>
                  </a:cubicBezTo>
                  <a:cubicBezTo>
                    <a:pt x="232834" y="168545"/>
                    <a:pt x="233406" y="168926"/>
                    <a:pt x="233120" y="169497"/>
                  </a:cubicBezTo>
                  <a:cubicBezTo>
                    <a:pt x="228358" y="182928"/>
                    <a:pt x="221214" y="195215"/>
                    <a:pt x="211117" y="205788"/>
                  </a:cubicBezTo>
                  <a:cubicBezTo>
                    <a:pt x="197782" y="196263"/>
                    <a:pt x="180066" y="195405"/>
                    <a:pt x="165969" y="203597"/>
                  </a:cubicBezTo>
                  <a:cubicBezTo>
                    <a:pt x="151872" y="211788"/>
                    <a:pt x="143776" y="227505"/>
                    <a:pt x="145109" y="244650"/>
                  </a:cubicBezTo>
                  <a:cubicBezTo>
                    <a:pt x="131107" y="247317"/>
                    <a:pt x="116915" y="247317"/>
                    <a:pt x="102818" y="244650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iscoSansTT Light"/>
              </a:endParaRPr>
            </a:p>
          </p:txBody>
        </p:sp>
      </p:grpSp>
      <p:pic>
        <p:nvPicPr>
          <p:cNvPr id="87" name="Graphic 86">
            <a:extLst>
              <a:ext uri="{FF2B5EF4-FFF2-40B4-BE49-F238E27FC236}">
                <a16:creationId xmlns:a16="http://schemas.microsoft.com/office/drawing/2014/main" id="{18A2E8C0-A995-6FFC-0F12-3544CD9F90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34879" y="4061376"/>
            <a:ext cx="460293" cy="460293"/>
          </a:xfrm>
          <a:prstGeom prst="rect">
            <a:avLst/>
          </a:prstGeom>
        </p:spPr>
      </p:pic>
      <p:sp>
        <p:nvSpPr>
          <p:cNvPr id="192" name="Picture Placeholder 16">
            <a:extLst>
              <a:ext uri="{FF2B5EF4-FFF2-40B4-BE49-F238E27FC236}">
                <a16:creationId xmlns:a16="http://schemas.microsoft.com/office/drawing/2014/main" id="{742DAB09-1676-C4A5-60A0-FCA9FF452321}"/>
              </a:ext>
            </a:extLst>
          </p:cNvPr>
          <p:cNvSpPr/>
          <p:nvPr/>
        </p:nvSpPr>
        <p:spPr>
          <a:xfrm>
            <a:off x="7212711" y="5106726"/>
            <a:ext cx="305469" cy="305477"/>
          </a:xfrm>
          <a:custGeom>
            <a:avLst/>
            <a:gdLst>
              <a:gd name="connsiteX0" fmla="*/ 302010 w 402682"/>
              <a:gd name="connsiteY0" fmla="*/ 201346 h 402692"/>
              <a:gd name="connsiteX1" fmla="*/ 298281 w 402682"/>
              <a:gd name="connsiteY1" fmla="*/ 201463 h 402692"/>
              <a:gd name="connsiteX2" fmla="*/ 298281 w 402682"/>
              <a:gd name="connsiteY2" fmla="*/ 141688 h 402692"/>
              <a:gd name="connsiteX3" fmla="*/ 260995 w 402682"/>
              <a:gd name="connsiteY3" fmla="*/ 104402 h 402692"/>
              <a:gd name="connsiteX4" fmla="*/ 141680 w 402682"/>
              <a:gd name="connsiteY4" fmla="*/ 104402 h 402692"/>
              <a:gd name="connsiteX5" fmla="*/ 104394 w 402682"/>
              <a:gd name="connsiteY5" fmla="*/ 141688 h 402692"/>
              <a:gd name="connsiteX6" fmla="*/ 104394 w 402682"/>
              <a:gd name="connsiteY6" fmla="*/ 164056 h 402692"/>
              <a:gd name="connsiteX7" fmla="*/ 14916 w 402682"/>
              <a:gd name="connsiteY7" fmla="*/ 164056 h 402692"/>
              <a:gd name="connsiteX8" fmla="*/ 100673 w 402682"/>
              <a:gd name="connsiteY8" fmla="*/ 14915 h 402692"/>
              <a:gd name="connsiteX9" fmla="*/ 137115 w 402682"/>
              <a:gd name="connsiteY9" fmla="*/ 78291 h 402692"/>
              <a:gd name="connsiteX10" fmla="*/ 147342 w 402682"/>
              <a:gd name="connsiteY10" fmla="*/ 80866 h 402692"/>
              <a:gd name="connsiteX11" fmla="*/ 150041 w 402682"/>
              <a:gd name="connsiteY11" fmla="*/ 70855 h 402692"/>
              <a:gd name="connsiteX12" fmla="*/ 113603 w 402682"/>
              <a:gd name="connsiteY12" fmla="*/ 7478 h 402692"/>
              <a:gd name="connsiteX13" fmla="*/ 100677 w 402682"/>
              <a:gd name="connsiteY13" fmla="*/ 0 h 402692"/>
              <a:gd name="connsiteX14" fmla="*/ 100673 w 402682"/>
              <a:gd name="connsiteY14" fmla="*/ 0 h 402692"/>
              <a:gd name="connsiteX15" fmla="*/ 87744 w 402682"/>
              <a:gd name="connsiteY15" fmla="*/ 7480 h 402692"/>
              <a:gd name="connsiteX16" fmla="*/ 1986 w 402682"/>
              <a:gd name="connsiteY16" fmla="*/ 156625 h 402692"/>
              <a:gd name="connsiteX17" fmla="*/ 7486 w 402682"/>
              <a:gd name="connsiteY17" fmla="*/ 176988 h 402692"/>
              <a:gd name="connsiteX18" fmla="*/ 14919 w 402682"/>
              <a:gd name="connsiteY18" fmla="*/ 178971 h 402692"/>
              <a:gd name="connsiteX19" fmla="*/ 104394 w 402682"/>
              <a:gd name="connsiteY19" fmla="*/ 178971 h 402692"/>
              <a:gd name="connsiteX20" fmla="*/ 104394 w 402682"/>
              <a:gd name="connsiteY20" fmla="*/ 261005 h 402692"/>
              <a:gd name="connsiteX21" fmla="*/ 141680 w 402682"/>
              <a:gd name="connsiteY21" fmla="*/ 298291 h 402692"/>
              <a:gd name="connsiteX22" fmla="*/ 201456 w 402682"/>
              <a:gd name="connsiteY22" fmla="*/ 298291 h 402692"/>
              <a:gd name="connsiteX23" fmla="*/ 201339 w 402682"/>
              <a:gd name="connsiteY23" fmla="*/ 302020 h 402692"/>
              <a:gd name="connsiteX24" fmla="*/ 302011 w 402682"/>
              <a:gd name="connsiteY24" fmla="*/ 402693 h 402692"/>
              <a:gd name="connsiteX25" fmla="*/ 402682 w 402682"/>
              <a:gd name="connsiteY25" fmla="*/ 302020 h 402692"/>
              <a:gd name="connsiteX26" fmla="*/ 302011 w 402682"/>
              <a:gd name="connsiteY26" fmla="*/ 201346 h 402692"/>
              <a:gd name="connsiteX27" fmla="*/ 302010 w 402682"/>
              <a:gd name="connsiteY27" fmla="*/ 201346 h 402692"/>
              <a:gd name="connsiteX28" fmla="*/ 119308 w 402682"/>
              <a:gd name="connsiteY28" fmla="*/ 141688 h 402692"/>
              <a:gd name="connsiteX29" fmla="*/ 141680 w 402682"/>
              <a:gd name="connsiteY29" fmla="*/ 119317 h 402692"/>
              <a:gd name="connsiteX30" fmla="*/ 160698 w 402682"/>
              <a:gd name="connsiteY30" fmla="*/ 119317 h 402692"/>
              <a:gd name="connsiteX31" fmla="*/ 186423 w 402682"/>
              <a:gd name="connsiteY31" fmla="*/ 164055 h 402692"/>
              <a:gd name="connsiteX32" fmla="*/ 119308 w 402682"/>
              <a:gd name="connsiteY32" fmla="*/ 164055 h 402692"/>
              <a:gd name="connsiteX33" fmla="*/ 119308 w 402682"/>
              <a:gd name="connsiteY33" fmla="*/ 261005 h 402692"/>
              <a:gd name="connsiteX34" fmla="*/ 119308 w 402682"/>
              <a:gd name="connsiteY34" fmla="*/ 178970 h 402692"/>
              <a:gd name="connsiteX35" fmla="*/ 186423 w 402682"/>
              <a:gd name="connsiteY35" fmla="*/ 178970 h 402692"/>
              <a:gd name="connsiteX36" fmla="*/ 201340 w 402682"/>
              <a:gd name="connsiteY36" fmla="*/ 164058 h 402692"/>
              <a:gd name="connsiteX37" fmla="*/ 199356 w 402682"/>
              <a:gd name="connsiteY37" fmla="*/ 156624 h 402692"/>
              <a:gd name="connsiteX38" fmla="*/ 199353 w 402682"/>
              <a:gd name="connsiteY38" fmla="*/ 156620 h 402692"/>
              <a:gd name="connsiteX39" fmla="*/ 177903 w 402682"/>
              <a:gd name="connsiteY39" fmla="*/ 119317 h 402692"/>
              <a:gd name="connsiteX40" fmla="*/ 260995 w 402682"/>
              <a:gd name="connsiteY40" fmla="*/ 119317 h 402692"/>
              <a:gd name="connsiteX41" fmla="*/ 283367 w 402682"/>
              <a:gd name="connsiteY41" fmla="*/ 141688 h 402692"/>
              <a:gd name="connsiteX42" fmla="*/ 283367 w 402682"/>
              <a:gd name="connsiteY42" fmla="*/ 203117 h 402692"/>
              <a:gd name="connsiteX43" fmla="*/ 216038 w 402682"/>
              <a:gd name="connsiteY43" fmla="*/ 249661 h 402692"/>
              <a:gd name="connsiteX44" fmla="*/ 218618 w 402682"/>
              <a:gd name="connsiteY44" fmla="*/ 259887 h 402692"/>
              <a:gd name="connsiteX45" fmla="*/ 228768 w 402682"/>
              <a:gd name="connsiteY45" fmla="*/ 257431 h 402692"/>
              <a:gd name="connsiteX46" fmla="*/ 283367 w 402682"/>
              <a:gd name="connsiteY46" fmla="*/ 218314 h 402692"/>
              <a:gd name="connsiteX47" fmla="*/ 283367 w 402682"/>
              <a:gd name="connsiteY47" fmla="*/ 261005 h 402692"/>
              <a:gd name="connsiteX48" fmla="*/ 260995 w 402682"/>
              <a:gd name="connsiteY48" fmla="*/ 283376 h 402692"/>
              <a:gd name="connsiteX49" fmla="*/ 141680 w 402682"/>
              <a:gd name="connsiteY49" fmla="*/ 283376 h 402692"/>
              <a:gd name="connsiteX50" fmla="*/ 119308 w 402682"/>
              <a:gd name="connsiteY50" fmla="*/ 261005 h 402692"/>
              <a:gd name="connsiteX51" fmla="*/ 302010 w 402682"/>
              <a:gd name="connsiteY51" fmla="*/ 387778 h 402692"/>
              <a:gd name="connsiteX52" fmla="*/ 216252 w 402682"/>
              <a:gd name="connsiteY52" fmla="*/ 302020 h 402692"/>
              <a:gd name="connsiteX53" fmla="*/ 216339 w 402682"/>
              <a:gd name="connsiteY53" fmla="*/ 298291 h 402692"/>
              <a:gd name="connsiteX54" fmla="*/ 260995 w 402682"/>
              <a:gd name="connsiteY54" fmla="*/ 298291 h 402692"/>
              <a:gd name="connsiteX55" fmla="*/ 298281 w 402682"/>
              <a:gd name="connsiteY55" fmla="*/ 261005 h 402692"/>
              <a:gd name="connsiteX56" fmla="*/ 298281 w 402682"/>
              <a:gd name="connsiteY56" fmla="*/ 216347 h 402692"/>
              <a:gd name="connsiteX57" fmla="*/ 302010 w 402682"/>
              <a:gd name="connsiteY57" fmla="*/ 216261 h 402692"/>
              <a:gd name="connsiteX58" fmla="*/ 387768 w 402682"/>
              <a:gd name="connsiteY58" fmla="*/ 302020 h 402692"/>
              <a:gd name="connsiteX59" fmla="*/ 302010 w 402682"/>
              <a:gd name="connsiteY59" fmla="*/ 387778 h 402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402682" h="402692">
                <a:moveTo>
                  <a:pt x="302010" y="201346"/>
                </a:moveTo>
                <a:cubicBezTo>
                  <a:pt x="300779" y="201346"/>
                  <a:pt x="299527" y="201414"/>
                  <a:pt x="298281" y="201463"/>
                </a:cubicBezTo>
                <a:lnTo>
                  <a:pt x="298281" y="141688"/>
                </a:lnTo>
                <a:cubicBezTo>
                  <a:pt x="298257" y="121106"/>
                  <a:pt x="281578" y="104426"/>
                  <a:pt x="260995" y="104402"/>
                </a:cubicBezTo>
                <a:lnTo>
                  <a:pt x="141680" y="104402"/>
                </a:lnTo>
                <a:cubicBezTo>
                  <a:pt x="121097" y="104426"/>
                  <a:pt x="104418" y="121106"/>
                  <a:pt x="104394" y="141688"/>
                </a:cubicBezTo>
                <a:lnTo>
                  <a:pt x="104394" y="164056"/>
                </a:lnTo>
                <a:lnTo>
                  <a:pt x="14916" y="164056"/>
                </a:lnTo>
                <a:lnTo>
                  <a:pt x="100673" y="14915"/>
                </a:lnTo>
                <a:lnTo>
                  <a:pt x="137115" y="78291"/>
                </a:lnTo>
                <a:cubicBezTo>
                  <a:pt x="139228" y="81826"/>
                  <a:pt x="143807" y="82979"/>
                  <a:pt x="147342" y="80866"/>
                </a:cubicBezTo>
                <a:cubicBezTo>
                  <a:pt x="150794" y="78803"/>
                  <a:pt x="151988" y="74374"/>
                  <a:pt x="150041" y="70855"/>
                </a:cubicBezTo>
                <a:lnTo>
                  <a:pt x="113603" y="7478"/>
                </a:lnTo>
                <a:cubicBezTo>
                  <a:pt x="110964" y="2831"/>
                  <a:pt x="106021" y="-28"/>
                  <a:pt x="100677" y="0"/>
                </a:cubicBezTo>
                <a:lnTo>
                  <a:pt x="100673" y="0"/>
                </a:lnTo>
                <a:cubicBezTo>
                  <a:pt x="95327" y="-32"/>
                  <a:pt x="90381" y="2829"/>
                  <a:pt x="87744" y="7480"/>
                </a:cubicBezTo>
                <a:lnTo>
                  <a:pt x="1986" y="156625"/>
                </a:lnTo>
                <a:cubicBezTo>
                  <a:pt x="-2118" y="163767"/>
                  <a:pt x="344" y="172883"/>
                  <a:pt x="7486" y="176988"/>
                </a:cubicBezTo>
                <a:cubicBezTo>
                  <a:pt x="9747" y="178287"/>
                  <a:pt x="12310" y="178971"/>
                  <a:pt x="14919" y="178971"/>
                </a:cubicBezTo>
                <a:lnTo>
                  <a:pt x="104394" y="178971"/>
                </a:lnTo>
                <a:lnTo>
                  <a:pt x="104394" y="261005"/>
                </a:lnTo>
                <a:cubicBezTo>
                  <a:pt x="104418" y="281587"/>
                  <a:pt x="121097" y="298267"/>
                  <a:pt x="141680" y="298291"/>
                </a:cubicBezTo>
                <a:lnTo>
                  <a:pt x="201456" y="298291"/>
                </a:lnTo>
                <a:cubicBezTo>
                  <a:pt x="201407" y="299540"/>
                  <a:pt x="201339" y="300801"/>
                  <a:pt x="201339" y="302020"/>
                </a:cubicBezTo>
                <a:cubicBezTo>
                  <a:pt x="201339" y="357621"/>
                  <a:pt x="246411" y="402693"/>
                  <a:pt x="302011" y="402693"/>
                </a:cubicBezTo>
                <a:cubicBezTo>
                  <a:pt x="357611" y="402693"/>
                  <a:pt x="402682" y="357621"/>
                  <a:pt x="402682" y="302020"/>
                </a:cubicBezTo>
                <a:cubicBezTo>
                  <a:pt x="402682" y="246419"/>
                  <a:pt x="357611" y="201346"/>
                  <a:pt x="302011" y="201346"/>
                </a:cubicBezTo>
                <a:cubicBezTo>
                  <a:pt x="302011" y="201346"/>
                  <a:pt x="302010" y="201346"/>
                  <a:pt x="302010" y="201346"/>
                </a:cubicBezTo>
                <a:close/>
                <a:moveTo>
                  <a:pt x="119308" y="141688"/>
                </a:moveTo>
                <a:cubicBezTo>
                  <a:pt x="119322" y="129338"/>
                  <a:pt x="129330" y="119330"/>
                  <a:pt x="141680" y="119317"/>
                </a:cubicBezTo>
                <a:lnTo>
                  <a:pt x="160698" y="119317"/>
                </a:lnTo>
                <a:lnTo>
                  <a:pt x="186423" y="164055"/>
                </a:lnTo>
                <a:lnTo>
                  <a:pt x="119308" y="164055"/>
                </a:lnTo>
                <a:close/>
                <a:moveTo>
                  <a:pt x="119308" y="261005"/>
                </a:moveTo>
                <a:lnTo>
                  <a:pt x="119308" y="178970"/>
                </a:lnTo>
                <a:lnTo>
                  <a:pt x="186423" y="178970"/>
                </a:lnTo>
                <a:cubicBezTo>
                  <a:pt x="194660" y="178971"/>
                  <a:pt x="201339" y="172295"/>
                  <a:pt x="201340" y="164058"/>
                </a:cubicBezTo>
                <a:cubicBezTo>
                  <a:pt x="201340" y="161449"/>
                  <a:pt x="200656" y="158886"/>
                  <a:pt x="199356" y="156624"/>
                </a:cubicBezTo>
                <a:lnTo>
                  <a:pt x="199353" y="156620"/>
                </a:lnTo>
                <a:lnTo>
                  <a:pt x="177903" y="119317"/>
                </a:lnTo>
                <a:lnTo>
                  <a:pt x="260995" y="119317"/>
                </a:lnTo>
                <a:cubicBezTo>
                  <a:pt x="273345" y="119330"/>
                  <a:pt x="283353" y="129338"/>
                  <a:pt x="283367" y="141688"/>
                </a:cubicBezTo>
                <a:lnTo>
                  <a:pt x="283367" y="203117"/>
                </a:lnTo>
                <a:cubicBezTo>
                  <a:pt x="255312" y="208317"/>
                  <a:pt x="230814" y="225252"/>
                  <a:pt x="216038" y="249661"/>
                </a:cubicBezTo>
                <a:cubicBezTo>
                  <a:pt x="213927" y="253197"/>
                  <a:pt x="215082" y="257776"/>
                  <a:pt x="218618" y="259887"/>
                </a:cubicBezTo>
                <a:cubicBezTo>
                  <a:pt x="222106" y="261968"/>
                  <a:pt x="226618" y="260877"/>
                  <a:pt x="228768" y="257431"/>
                </a:cubicBezTo>
                <a:cubicBezTo>
                  <a:pt x="240844" y="237466"/>
                  <a:pt x="260579" y="223327"/>
                  <a:pt x="283367" y="218314"/>
                </a:cubicBezTo>
                <a:lnTo>
                  <a:pt x="283367" y="261005"/>
                </a:lnTo>
                <a:cubicBezTo>
                  <a:pt x="283353" y="273355"/>
                  <a:pt x="273345" y="283363"/>
                  <a:pt x="260995" y="283376"/>
                </a:cubicBezTo>
                <a:lnTo>
                  <a:pt x="141680" y="283376"/>
                </a:lnTo>
                <a:cubicBezTo>
                  <a:pt x="129330" y="283363"/>
                  <a:pt x="119322" y="273355"/>
                  <a:pt x="119308" y="261005"/>
                </a:cubicBezTo>
                <a:close/>
                <a:moveTo>
                  <a:pt x="302010" y="387778"/>
                </a:moveTo>
                <a:cubicBezTo>
                  <a:pt x="254669" y="387726"/>
                  <a:pt x="216304" y="349362"/>
                  <a:pt x="216252" y="302020"/>
                </a:cubicBezTo>
                <a:cubicBezTo>
                  <a:pt x="216252" y="300796"/>
                  <a:pt x="216281" y="299553"/>
                  <a:pt x="216339" y="298291"/>
                </a:cubicBezTo>
                <a:lnTo>
                  <a:pt x="260995" y="298291"/>
                </a:lnTo>
                <a:cubicBezTo>
                  <a:pt x="281578" y="298267"/>
                  <a:pt x="298257" y="281587"/>
                  <a:pt x="298281" y="261005"/>
                </a:cubicBezTo>
                <a:lnTo>
                  <a:pt x="298281" y="216347"/>
                </a:lnTo>
                <a:cubicBezTo>
                  <a:pt x="299538" y="216290"/>
                  <a:pt x="300781" y="216261"/>
                  <a:pt x="302010" y="216261"/>
                </a:cubicBezTo>
                <a:cubicBezTo>
                  <a:pt x="349374" y="216261"/>
                  <a:pt x="387768" y="254656"/>
                  <a:pt x="387768" y="302020"/>
                </a:cubicBezTo>
                <a:cubicBezTo>
                  <a:pt x="387768" y="349384"/>
                  <a:pt x="349374" y="387778"/>
                  <a:pt x="302010" y="387778"/>
                </a:cubicBezTo>
                <a:close/>
              </a:path>
            </a:pathLst>
          </a:custGeom>
          <a:solidFill>
            <a:schemeClr val="tx1"/>
          </a:solidFill>
          <a:ln w="3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bg1"/>
              </a:solidFill>
            </a:endParaRPr>
          </a:p>
        </p:txBody>
      </p:sp>
      <p:sp>
        <p:nvSpPr>
          <p:cNvPr id="201" name="Footer Placeholder 3">
            <a:extLst>
              <a:ext uri="{FF2B5EF4-FFF2-40B4-BE49-F238E27FC236}">
                <a16:creationId xmlns:a16="http://schemas.microsoft.com/office/drawing/2014/main" id="{2D92EA6A-63E0-7E9F-1D06-1066E85AF686}"/>
              </a:ext>
            </a:extLst>
          </p:cNvPr>
          <p:cNvSpPr txBox="1">
            <a:spLocks/>
          </p:cNvSpPr>
          <p:nvPr/>
        </p:nvSpPr>
        <p:spPr>
          <a:xfrm>
            <a:off x="4230688" y="6445885"/>
            <a:ext cx="3727450" cy="411480"/>
          </a:xfrm>
          <a:prstGeom prst="rect">
            <a:avLst/>
          </a:prstGeom>
          <a:noFill/>
        </p:spPr>
        <p:txBody>
          <a:bodyPr vert="horz" lIns="0" tIns="0" rIns="0" bIns="0" rtlCol="0">
            <a:noAutofit/>
          </a:bodyPr>
          <a:lstStyle>
            <a:lvl1pPr marL="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US" sz="1600" b="0" kern="1200">
                <a:solidFill>
                  <a:schemeClr val="bg1"/>
                </a:solidFill>
                <a:latin typeface="CiscoSansTT" panose="020B0503020201020303" pitchFamily="34" charset="0"/>
                <a:ea typeface="ＭＳ Ｐゴシック" charset="0"/>
                <a:cs typeface="CiscoSans"/>
              </a:defRPr>
            </a:lvl1pPr>
            <a:lvl2pPr marL="18288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US" sz="1400" kern="1200">
                <a:solidFill>
                  <a:schemeClr val="bg1"/>
                </a:solidFill>
                <a:latin typeface="CiscoSansTT" panose="020B0503020201020303" pitchFamily="34" charset="0"/>
                <a:ea typeface="ＭＳ Ｐゴシック" charset="0"/>
                <a:cs typeface="CiscoSans"/>
              </a:defRPr>
            </a:lvl2pPr>
            <a:lvl3pPr marL="36576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US" sz="1200" kern="1200">
                <a:solidFill>
                  <a:schemeClr val="bg1"/>
                </a:solidFill>
                <a:latin typeface="CiscoSansTT" panose="020B0503020201020303" pitchFamily="34" charset="0"/>
                <a:ea typeface="ＭＳ Ｐゴシック" charset="0"/>
                <a:cs typeface="CiscoSans"/>
              </a:defRPr>
            </a:lvl3pPr>
            <a:lvl4pPr marL="54864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US" sz="1100" kern="1200">
                <a:solidFill>
                  <a:schemeClr val="bg1"/>
                </a:solidFill>
                <a:latin typeface="CiscoSansTT" panose="020B0503020201020303" pitchFamily="34" charset="0"/>
                <a:ea typeface="ＭＳ Ｐゴシック" charset="0"/>
                <a:cs typeface="CiscoSans"/>
              </a:defRPr>
            </a:lvl4pPr>
            <a:lvl5pPr marL="731520" indent="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None/>
              <a:defRPr lang="en-US" sz="1050" kern="1200">
                <a:solidFill>
                  <a:schemeClr val="bg1"/>
                </a:solidFill>
                <a:latin typeface="CiscoSansTT" panose="020B0503020201020303" pitchFamily="34" charset="0"/>
                <a:ea typeface="ＭＳ Ｐゴシック" charset="0"/>
                <a:cs typeface="CiscoSans"/>
              </a:defRPr>
            </a:lvl5pPr>
            <a:lvl6pPr marL="1151798" indent="-228592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7781" indent="-228561" algn="l" defTabSz="914362" rtl="0" eaLnBrk="1" latinLnBrk="0" hangingPunct="1">
              <a:spcBef>
                <a:spcPts val="800"/>
              </a:spcBef>
              <a:buFont typeface="Arial" pitchFamily="34" charset="0"/>
              <a:buChar char="•"/>
              <a:defRPr sz="1067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267" indent="0" algn="l" defTabSz="914362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38" indent="-228592" algn="l" defTabSz="91436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14318" fontAlgn="auto"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700">
                <a:solidFill>
                  <a:srgbClr val="FFFFFF"/>
                </a:solidFill>
                <a:latin typeface="CiscoSansTT"/>
                <a:cs typeface="CiscoSansTT Light" panose="020B0503020201020303" pitchFamily="34" charset="0"/>
              </a:rPr>
              <a:t> PSOCOL - 2015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234A121-197A-C164-9759-7F58C2E500B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3C42FAE-7A31-41D3-A712-51D9B15D0B10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196" grpId="0"/>
      <p:bldP spid="199" grpId="0" animBg="1"/>
      <p:bldP spid="200" grpId="0"/>
      <p:bldP spid="197" grpId="0" animBg="1"/>
      <p:bldP spid="198" grpId="0"/>
      <p:bldP spid="193" grpId="0" animBg="1"/>
      <p:bldP spid="194" grpId="0"/>
      <p:bldP spid="3" grpId="0" animBg="1"/>
      <p:bldP spid="5" grpId="0" animBg="1"/>
      <p:bldP spid="18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88C3DF-F8EE-BD38-9C3B-2B17F48AB4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LTRCCT-2000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B039EC-3CC8-66B4-326F-4B5A8F8470E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b="1" dirty="0"/>
              <a:t>Automation &amp; AI Agent Foundations</a:t>
            </a:r>
          </a:p>
          <a:p>
            <a:pPr lvl="1"/>
            <a:r>
              <a:rPr lang="en-AU" dirty="0"/>
              <a:t>autonomous AI Agent capable of authenticating customers, retrieving debt balances, offering payment options and generating and delivering payment links via </a:t>
            </a:r>
            <a:r>
              <a:rPr lang="en-AU" dirty="0" err="1"/>
              <a:t>NovaPay</a:t>
            </a:r>
            <a:r>
              <a:rPr lang="en-AU" dirty="0"/>
              <a:t> integration.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16D4FD-E3F0-B382-97A1-560804FB16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AU" b="1" dirty="0"/>
              <a:t>Advanced Orchestration</a:t>
            </a:r>
          </a:p>
          <a:p>
            <a:pPr lvl="1"/>
            <a:r>
              <a:rPr lang="en-AU" dirty="0"/>
              <a:t>a multi-agent architecture where a Debt Collection AI Agent hands off to an Investment Advisor AI Agent, using Agent transfer capabilities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2224C1-061C-D1C3-0DCE-7B967AA5770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AU" b="1" dirty="0"/>
              <a:t>Human-in-the-Loop AI</a:t>
            </a:r>
          </a:p>
          <a:p>
            <a:pPr lvl="1"/>
            <a:r>
              <a:rPr lang="en-AU" b="1" dirty="0"/>
              <a:t>Escalate to a human agent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6DAE185-E842-E74A-6B68-AC610870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Expectations</a:t>
            </a:r>
          </a:p>
        </p:txBody>
      </p:sp>
    </p:spTree>
    <p:extLst>
      <p:ext uri="{BB962C8B-B14F-4D97-AF65-F5344CB8AC3E}">
        <p14:creationId xmlns:p14="http://schemas.microsoft.com/office/powerpoint/2010/main" val="664600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320116-1273-8EBF-A78E-1B579084BB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defTabSz="814318">
              <a:defRPr/>
            </a:pPr>
            <a:r>
              <a:rPr lang="en-US" dirty="0"/>
              <a:t>Session ID: LTRCCT-2000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AF9A387-6408-2E08-CB76-13F6C0C04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Demo</a:t>
            </a:r>
          </a:p>
        </p:txBody>
      </p:sp>
    </p:spTree>
    <p:extLst>
      <p:ext uri="{BB962C8B-B14F-4D97-AF65-F5344CB8AC3E}">
        <p14:creationId xmlns:p14="http://schemas.microsoft.com/office/powerpoint/2010/main" val="2727268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348;p19">
            <a:extLst>
              <a:ext uri="{FF2B5EF4-FFF2-40B4-BE49-F238E27FC236}">
                <a16:creationId xmlns:a16="http://schemas.microsoft.com/office/drawing/2014/main" id="{B56C0B1D-B5A9-6199-3465-84E6C4D49104}"/>
              </a:ext>
            </a:extLst>
          </p:cNvPr>
          <p:cNvGrpSpPr/>
          <p:nvPr/>
        </p:nvGrpSpPr>
        <p:grpSpPr>
          <a:xfrm rot="10800000" flipH="1">
            <a:off x="10116347" y="4719883"/>
            <a:ext cx="312981" cy="1107613"/>
            <a:chOff x="6215336" y="1495425"/>
            <a:chExt cx="194700" cy="437813"/>
          </a:xfrm>
        </p:grpSpPr>
        <p:cxnSp>
          <p:nvCxnSpPr>
            <p:cNvPr id="198" name="Google Shape;349;p19">
              <a:extLst>
                <a:ext uri="{FF2B5EF4-FFF2-40B4-BE49-F238E27FC236}">
                  <a16:creationId xmlns:a16="http://schemas.microsoft.com/office/drawing/2014/main" id="{1A7BFCD1-A393-1F83-B984-8BB0AB5E47C7}"/>
                </a:ext>
              </a:extLst>
            </p:cNvPr>
            <p:cNvCxnSpPr/>
            <p:nvPr/>
          </p:nvCxnSpPr>
          <p:spPr>
            <a:xfrm>
              <a:off x="6410036" y="1495425"/>
              <a:ext cx="0" cy="4356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350;p19">
              <a:extLst>
                <a:ext uri="{FF2B5EF4-FFF2-40B4-BE49-F238E27FC236}">
                  <a16:creationId xmlns:a16="http://schemas.microsoft.com/office/drawing/2014/main" id="{89B648ED-660D-C932-4C6A-D9998C4C3FA4}"/>
                </a:ext>
              </a:extLst>
            </p:cNvPr>
            <p:cNvCxnSpPr/>
            <p:nvPr/>
          </p:nvCxnSpPr>
          <p:spPr>
            <a:xfrm>
              <a:off x="6215336" y="1931138"/>
              <a:ext cx="194700" cy="2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3" name="Google Shape;348;p19">
            <a:extLst>
              <a:ext uri="{FF2B5EF4-FFF2-40B4-BE49-F238E27FC236}">
                <a16:creationId xmlns:a16="http://schemas.microsoft.com/office/drawing/2014/main" id="{3D9DDD3E-770F-1888-096A-6ACAA719D60D}"/>
              </a:ext>
            </a:extLst>
          </p:cNvPr>
          <p:cNvGrpSpPr/>
          <p:nvPr/>
        </p:nvGrpSpPr>
        <p:grpSpPr>
          <a:xfrm rot="5400000" flipH="1">
            <a:off x="7549103" y="2880143"/>
            <a:ext cx="325252" cy="1029032"/>
            <a:chOff x="6215336" y="1495425"/>
            <a:chExt cx="194700" cy="437813"/>
          </a:xfrm>
        </p:grpSpPr>
        <p:cxnSp>
          <p:nvCxnSpPr>
            <p:cNvPr id="174" name="Google Shape;349;p19">
              <a:extLst>
                <a:ext uri="{FF2B5EF4-FFF2-40B4-BE49-F238E27FC236}">
                  <a16:creationId xmlns:a16="http://schemas.microsoft.com/office/drawing/2014/main" id="{9AE7BDB8-E779-ABEE-49F7-D74678FD37DD}"/>
                </a:ext>
              </a:extLst>
            </p:cNvPr>
            <p:cNvCxnSpPr/>
            <p:nvPr/>
          </p:nvCxnSpPr>
          <p:spPr>
            <a:xfrm>
              <a:off x="6410036" y="1495425"/>
              <a:ext cx="0" cy="4356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75" name="Google Shape;350;p19">
              <a:extLst>
                <a:ext uri="{FF2B5EF4-FFF2-40B4-BE49-F238E27FC236}">
                  <a16:creationId xmlns:a16="http://schemas.microsoft.com/office/drawing/2014/main" id="{A51DFCBA-1194-2653-B29D-87374B68D0CE}"/>
                </a:ext>
              </a:extLst>
            </p:cNvPr>
            <p:cNvCxnSpPr/>
            <p:nvPr/>
          </p:nvCxnSpPr>
          <p:spPr>
            <a:xfrm>
              <a:off x="6215336" y="1931138"/>
              <a:ext cx="194700" cy="2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0" name="Google Shape;348;p19">
            <a:extLst>
              <a:ext uri="{FF2B5EF4-FFF2-40B4-BE49-F238E27FC236}">
                <a16:creationId xmlns:a16="http://schemas.microsoft.com/office/drawing/2014/main" id="{8930C6E6-FE6C-2F1D-250B-DE83760DF4B0}"/>
              </a:ext>
            </a:extLst>
          </p:cNvPr>
          <p:cNvGrpSpPr/>
          <p:nvPr/>
        </p:nvGrpSpPr>
        <p:grpSpPr>
          <a:xfrm rot="16200000">
            <a:off x="6493121" y="941013"/>
            <a:ext cx="259600" cy="812347"/>
            <a:chOff x="6215336" y="1495425"/>
            <a:chExt cx="194700" cy="437813"/>
          </a:xfrm>
        </p:grpSpPr>
        <p:cxnSp>
          <p:nvCxnSpPr>
            <p:cNvPr id="161" name="Google Shape;349;p19">
              <a:extLst>
                <a:ext uri="{FF2B5EF4-FFF2-40B4-BE49-F238E27FC236}">
                  <a16:creationId xmlns:a16="http://schemas.microsoft.com/office/drawing/2014/main" id="{D7AE2C73-A96C-DF20-D20C-08896D7C1451}"/>
                </a:ext>
              </a:extLst>
            </p:cNvPr>
            <p:cNvCxnSpPr/>
            <p:nvPr/>
          </p:nvCxnSpPr>
          <p:spPr>
            <a:xfrm>
              <a:off x="6410036" y="1495425"/>
              <a:ext cx="0" cy="4356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2" name="Google Shape;350;p19">
              <a:extLst>
                <a:ext uri="{FF2B5EF4-FFF2-40B4-BE49-F238E27FC236}">
                  <a16:creationId xmlns:a16="http://schemas.microsoft.com/office/drawing/2014/main" id="{94E87129-BDA8-835A-E1A2-CF2457E9C14C}"/>
                </a:ext>
              </a:extLst>
            </p:cNvPr>
            <p:cNvCxnSpPr/>
            <p:nvPr/>
          </p:nvCxnSpPr>
          <p:spPr>
            <a:xfrm>
              <a:off x="6215336" y="1931138"/>
              <a:ext cx="194700" cy="2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3" name="Google Shape;348;p19">
            <a:extLst>
              <a:ext uri="{FF2B5EF4-FFF2-40B4-BE49-F238E27FC236}">
                <a16:creationId xmlns:a16="http://schemas.microsoft.com/office/drawing/2014/main" id="{9F158A78-0938-9430-B44E-FE330CBC0051}"/>
              </a:ext>
            </a:extLst>
          </p:cNvPr>
          <p:cNvGrpSpPr/>
          <p:nvPr/>
        </p:nvGrpSpPr>
        <p:grpSpPr>
          <a:xfrm>
            <a:off x="-6575173" y="2997985"/>
            <a:ext cx="259600" cy="275689"/>
            <a:chOff x="6215336" y="1495425"/>
            <a:chExt cx="194700" cy="437813"/>
          </a:xfrm>
        </p:grpSpPr>
        <p:cxnSp>
          <p:nvCxnSpPr>
            <p:cNvPr id="144" name="Google Shape;349;p19">
              <a:extLst>
                <a:ext uri="{FF2B5EF4-FFF2-40B4-BE49-F238E27FC236}">
                  <a16:creationId xmlns:a16="http://schemas.microsoft.com/office/drawing/2014/main" id="{D4D769B8-72E6-3A29-3E2F-C8217AFF5147}"/>
                </a:ext>
              </a:extLst>
            </p:cNvPr>
            <p:cNvCxnSpPr/>
            <p:nvPr/>
          </p:nvCxnSpPr>
          <p:spPr>
            <a:xfrm>
              <a:off x="6410036" y="1495425"/>
              <a:ext cx="0" cy="4356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5" name="Google Shape;350;p19">
              <a:extLst>
                <a:ext uri="{FF2B5EF4-FFF2-40B4-BE49-F238E27FC236}">
                  <a16:creationId xmlns:a16="http://schemas.microsoft.com/office/drawing/2014/main" id="{D1D677E3-FB78-5C91-EC9B-FEA425F56D41}"/>
                </a:ext>
              </a:extLst>
            </p:cNvPr>
            <p:cNvCxnSpPr/>
            <p:nvPr/>
          </p:nvCxnSpPr>
          <p:spPr>
            <a:xfrm>
              <a:off x="6215336" y="1931138"/>
              <a:ext cx="194700" cy="2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39" name="Google Shape;348;p19">
            <a:extLst>
              <a:ext uri="{FF2B5EF4-FFF2-40B4-BE49-F238E27FC236}">
                <a16:creationId xmlns:a16="http://schemas.microsoft.com/office/drawing/2014/main" id="{12958745-7AE9-824A-A0ED-A47769907577}"/>
              </a:ext>
            </a:extLst>
          </p:cNvPr>
          <p:cNvGrpSpPr/>
          <p:nvPr/>
        </p:nvGrpSpPr>
        <p:grpSpPr>
          <a:xfrm rot="16200000">
            <a:off x="1194500" y="804824"/>
            <a:ext cx="313713" cy="1041411"/>
            <a:chOff x="6215336" y="1495425"/>
            <a:chExt cx="194700" cy="437813"/>
          </a:xfrm>
        </p:grpSpPr>
        <p:cxnSp>
          <p:nvCxnSpPr>
            <p:cNvPr id="140" name="Google Shape;349;p19">
              <a:extLst>
                <a:ext uri="{FF2B5EF4-FFF2-40B4-BE49-F238E27FC236}">
                  <a16:creationId xmlns:a16="http://schemas.microsoft.com/office/drawing/2014/main" id="{56D4DEE1-0465-47D2-499C-B4BBCA96C132}"/>
                </a:ext>
              </a:extLst>
            </p:cNvPr>
            <p:cNvCxnSpPr/>
            <p:nvPr/>
          </p:nvCxnSpPr>
          <p:spPr>
            <a:xfrm>
              <a:off x="6410036" y="1495425"/>
              <a:ext cx="0" cy="4356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1" name="Google Shape;350;p19">
              <a:extLst>
                <a:ext uri="{FF2B5EF4-FFF2-40B4-BE49-F238E27FC236}">
                  <a16:creationId xmlns:a16="http://schemas.microsoft.com/office/drawing/2014/main" id="{FCD1648C-3538-E2E8-1A3B-10EACDDB6726}"/>
                </a:ext>
              </a:extLst>
            </p:cNvPr>
            <p:cNvCxnSpPr/>
            <p:nvPr/>
          </p:nvCxnSpPr>
          <p:spPr>
            <a:xfrm>
              <a:off x="6215336" y="1931138"/>
              <a:ext cx="194700" cy="2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8" name="Google Shape;58;p15"/>
          <p:cNvGrpSpPr/>
          <p:nvPr/>
        </p:nvGrpSpPr>
        <p:grpSpPr>
          <a:xfrm>
            <a:off x="340575" y="425942"/>
            <a:ext cx="10902360" cy="5614573"/>
            <a:chOff x="3814954" y="622868"/>
            <a:chExt cx="7574590" cy="3900816"/>
          </a:xfrm>
        </p:grpSpPr>
        <p:sp>
          <p:nvSpPr>
            <p:cNvPr id="59" name="Google Shape;59;p15"/>
            <p:cNvSpPr/>
            <p:nvPr/>
          </p:nvSpPr>
          <p:spPr>
            <a:xfrm>
              <a:off x="3946089" y="2461849"/>
              <a:ext cx="57983" cy="143663"/>
            </a:xfrm>
            <a:custGeom>
              <a:avLst/>
              <a:gdLst/>
              <a:ahLst/>
              <a:cxnLst/>
              <a:rect l="l" t="t" r="r" b="b"/>
              <a:pathLst>
                <a:path w="2037" h="5047" extrusionOk="0">
                  <a:moveTo>
                    <a:pt x="1003" y="1"/>
                  </a:moveTo>
                  <a:cubicBezTo>
                    <a:pt x="456" y="1"/>
                    <a:pt x="0" y="426"/>
                    <a:pt x="0" y="1004"/>
                  </a:cubicBezTo>
                  <a:lnTo>
                    <a:pt x="0" y="4043"/>
                  </a:lnTo>
                  <a:cubicBezTo>
                    <a:pt x="0" y="4591"/>
                    <a:pt x="456" y="5047"/>
                    <a:pt x="1003" y="5047"/>
                  </a:cubicBezTo>
                  <a:cubicBezTo>
                    <a:pt x="1581" y="5047"/>
                    <a:pt x="2037" y="4591"/>
                    <a:pt x="2037" y="4043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5790734" y="3167867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34" y="1"/>
                  </a:moveTo>
                  <a:cubicBezTo>
                    <a:pt x="456" y="1"/>
                    <a:pt x="0" y="457"/>
                    <a:pt x="0" y="1004"/>
                  </a:cubicBezTo>
                  <a:lnTo>
                    <a:pt x="0" y="7204"/>
                  </a:lnTo>
                  <a:cubicBezTo>
                    <a:pt x="0" y="7752"/>
                    <a:pt x="456" y="8207"/>
                    <a:pt x="1034" y="8207"/>
                  </a:cubicBezTo>
                  <a:cubicBezTo>
                    <a:pt x="1581" y="8207"/>
                    <a:pt x="2037" y="7752"/>
                    <a:pt x="2037" y="7204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rgbClr val="2C9C8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5790734" y="2814872"/>
              <a:ext cx="57983" cy="234495"/>
            </a:xfrm>
            <a:custGeom>
              <a:avLst/>
              <a:gdLst/>
              <a:ahLst/>
              <a:cxnLst/>
              <a:rect l="l" t="t" r="r" b="b"/>
              <a:pathLst>
                <a:path w="2037" h="8238" extrusionOk="0">
                  <a:moveTo>
                    <a:pt x="1034" y="0"/>
                  </a:moveTo>
                  <a:cubicBezTo>
                    <a:pt x="456" y="0"/>
                    <a:pt x="0" y="456"/>
                    <a:pt x="0" y="1034"/>
                  </a:cubicBezTo>
                  <a:lnTo>
                    <a:pt x="0" y="7204"/>
                  </a:lnTo>
                  <a:cubicBezTo>
                    <a:pt x="0" y="7782"/>
                    <a:pt x="456" y="8237"/>
                    <a:pt x="1034" y="8237"/>
                  </a:cubicBezTo>
                  <a:cubicBezTo>
                    <a:pt x="1581" y="8237"/>
                    <a:pt x="2037" y="7782"/>
                    <a:pt x="2037" y="7204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2" name="Google Shape;62;p15"/>
            <p:cNvSpPr/>
            <p:nvPr/>
          </p:nvSpPr>
          <p:spPr>
            <a:xfrm>
              <a:off x="5790734" y="2462732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34" y="0"/>
                  </a:moveTo>
                  <a:cubicBezTo>
                    <a:pt x="456" y="0"/>
                    <a:pt x="0" y="456"/>
                    <a:pt x="0" y="1003"/>
                  </a:cubicBezTo>
                  <a:lnTo>
                    <a:pt x="0" y="7204"/>
                  </a:lnTo>
                  <a:cubicBezTo>
                    <a:pt x="0" y="7751"/>
                    <a:pt x="456" y="8207"/>
                    <a:pt x="1034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3" name="Google Shape;63;p15"/>
            <p:cNvSpPr/>
            <p:nvPr/>
          </p:nvSpPr>
          <p:spPr>
            <a:xfrm>
              <a:off x="5790734" y="2109709"/>
              <a:ext cx="57983" cy="234523"/>
            </a:xfrm>
            <a:custGeom>
              <a:avLst/>
              <a:gdLst/>
              <a:ahLst/>
              <a:cxnLst/>
              <a:rect l="l" t="t" r="r" b="b"/>
              <a:pathLst>
                <a:path w="2037" h="8239" extrusionOk="0">
                  <a:moveTo>
                    <a:pt x="1034" y="1"/>
                  </a:moveTo>
                  <a:cubicBezTo>
                    <a:pt x="456" y="1"/>
                    <a:pt x="0" y="457"/>
                    <a:pt x="0" y="1034"/>
                  </a:cubicBezTo>
                  <a:lnTo>
                    <a:pt x="0" y="7205"/>
                  </a:lnTo>
                  <a:cubicBezTo>
                    <a:pt x="0" y="7782"/>
                    <a:pt x="456" y="8238"/>
                    <a:pt x="1034" y="8238"/>
                  </a:cubicBezTo>
                  <a:cubicBezTo>
                    <a:pt x="1581" y="8238"/>
                    <a:pt x="2037" y="7782"/>
                    <a:pt x="2037" y="720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3946089" y="2108855"/>
              <a:ext cx="57983" cy="234495"/>
            </a:xfrm>
            <a:custGeom>
              <a:avLst/>
              <a:gdLst/>
              <a:ahLst/>
              <a:cxnLst/>
              <a:rect l="l" t="t" r="r" b="b"/>
              <a:pathLst>
                <a:path w="2037" h="8238" extrusionOk="0">
                  <a:moveTo>
                    <a:pt x="1003" y="0"/>
                  </a:moveTo>
                  <a:cubicBezTo>
                    <a:pt x="456" y="0"/>
                    <a:pt x="0" y="456"/>
                    <a:pt x="0" y="1004"/>
                  </a:cubicBezTo>
                  <a:lnTo>
                    <a:pt x="0" y="7204"/>
                  </a:lnTo>
                  <a:cubicBezTo>
                    <a:pt x="0" y="7782"/>
                    <a:pt x="456" y="8238"/>
                    <a:pt x="1003" y="8238"/>
                  </a:cubicBezTo>
                  <a:cubicBezTo>
                    <a:pt x="1581" y="8238"/>
                    <a:pt x="2037" y="7782"/>
                    <a:pt x="2037" y="7204"/>
                  </a:cubicBezTo>
                  <a:lnTo>
                    <a:pt x="2037" y="1004"/>
                  </a:lnTo>
                  <a:cubicBezTo>
                    <a:pt x="2037" y="456"/>
                    <a:pt x="1581" y="0"/>
                    <a:pt x="1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5790734" y="1757568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34" y="1"/>
                  </a:moveTo>
                  <a:cubicBezTo>
                    <a:pt x="456" y="1"/>
                    <a:pt x="0" y="457"/>
                    <a:pt x="0" y="1004"/>
                  </a:cubicBezTo>
                  <a:lnTo>
                    <a:pt x="0" y="7205"/>
                  </a:lnTo>
                  <a:cubicBezTo>
                    <a:pt x="0" y="7752"/>
                    <a:pt x="456" y="8208"/>
                    <a:pt x="1034" y="8208"/>
                  </a:cubicBezTo>
                  <a:cubicBezTo>
                    <a:pt x="1581" y="8208"/>
                    <a:pt x="2037" y="775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6" name="Google Shape;66;p15"/>
            <p:cNvSpPr/>
            <p:nvPr/>
          </p:nvSpPr>
          <p:spPr>
            <a:xfrm>
              <a:off x="3946089" y="1756714"/>
              <a:ext cx="57983" cy="233641"/>
            </a:xfrm>
            <a:custGeom>
              <a:avLst/>
              <a:gdLst/>
              <a:ahLst/>
              <a:cxnLst/>
              <a:rect l="l" t="t" r="r" b="b"/>
              <a:pathLst>
                <a:path w="2037" h="8208" extrusionOk="0">
                  <a:moveTo>
                    <a:pt x="1003" y="0"/>
                  </a:moveTo>
                  <a:cubicBezTo>
                    <a:pt x="456" y="0"/>
                    <a:pt x="0" y="456"/>
                    <a:pt x="0" y="1004"/>
                  </a:cubicBezTo>
                  <a:lnTo>
                    <a:pt x="0" y="7204"/>
                  </a:lnTo>
                  <a:cubicBezTo>
                    <a:pt x="0" y="7751"/>
                    <a:pt x="456" y="8207"/>
                    <a:pt x="1003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4"/>
                  </a:lnTo>
                  <a:cubicBezTo>
                    <a:pt x="2037" y="456"/>
                    <a:pt x="1581" y="0"/>
                    <a:pt x="10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7" name="Google Shape;67;p15"/>
            <p:cNvSpPr/>
            <p:nvPr/>
          </p:nvSpPr>
          <p:spPr>
            <a:xfrm>
              <a:off x="5786408" y="1405257"/>
              <a:ext cx="62310" cy="233812"/>
            </a:xfrm>
            <a:custGeom>
              <a:avLst/>
              <a:gdLst/>
              <a:ahLst/>
              <a:cxnLst/>
              <a:rect l="l" t="t" r="r" b="b"/>
              <a:pathLst>
                <a:path w="2189" h="8214" extrusionOk="0">
                  <a:moveTo>
                    <a:pt x="1059" y="1"/>
                  </a:moveTo>
                  <a:cubicBezTo>
                    <a:pt x="1021" y="1"/>
                    <a:pt x="982" y="3"/>
                    <a:pt x="942" y="7"/>
                  </a:cubicBezTo>
                  <a:cubicBezTo>
                    <a:pt x="395" y="37"/>
                    <a:pt x="0" y="554"/>
                    <a:pt x="30" y="1101"/>
                  </a:cubicBezTo>
                  <a:cubicBezTo>
                    <a:pt x="122" y="1952"/>
                    <a:pt x="152" y="2803"/>
                    <a:pt x="152" y="3654"/>
                  </a:cubicBezTo>
                  <a:lnTo>
                    <a:pt x="152" y="7180"/>
                  </a:lnTo>
                  <a:cubicBezTo>
                    <a:pt x="152" y="7758"/>
                    <a:pt x="608" y="8214"/>
                    <a:pt x="1186" y="8214"/>
                  </a:cubicBezTo>
                  <a:cubicBezTo>
                    <a:pt x="1733" y="8214"/>
                    <a:pt x="2189" y="7758"/>
                    <a:pt x="2189" y="7180"/>
                  </a:cubicBezTo>
                  <a:lnTo>
                    <a:pt x="2189" y="3654"/>
                  </a:lnTo>
                  <a:cubicBezTo>
                    <a:pt x="2189" y="2742"/>
                    <a:pt x="2158" y="1831"/>
                    <a:pt x="2067" y="919"/>
                  </a:cubicBezTo>
                  <a:cubicBezTo>
                    <a:pt x="2010" y="381"/>
                    <a:pt x="1584" y="1"/>
                    <a:pt x="10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68" name="Google Shape;68;p15"/>
            <p:cNvSpPr/>
            <p:nvPr/>
          </p:nvSpPr>
          <p:spPr>
            <a:xfrm>
              <a:off x="3946089" y="1403663"/>
              <a:ext cx="62310" cy="234552"/>
            </a:xfrm>
            <a:custGeom>
              <a:avLst/>
              <a:gdLst/>
              <a:ahLst/>
              <a:cxnLst/>
              <a:rect l="l" t="t" r="r" b="b"/>
              <a:pathLst>
                <a:path w="2189" h="8240" extrusionOk="0">
                  <a:moveTo>
                    <a:pt x="1184" y="0"/>
                  </a:moveTo>
                  <a:cubicBezTo>
                    <a:pt x="635" y="0"/>
                    <a:pt x="181" y="387"/>
                    <a:pt x="122" y="914"/>
                  </a:cubicBezTo>
                  <a:cubicBezTo>
                    <a:pt x="31" y="1856"/>
                    <a:pt x="0" y="2798"/>
                    <a:pt x="0" y="3710"/>
                  </a:cubicBezTo>
                  <a:lnTo>
                    <a:pt x="0" y="7206"/>
                  </a:lnTo>
                  <a:cubicBezTo>
                    <a:pt x="0" y="7783"/>
                    <a:pt x="456" y="8239"/>
                    <a:pt x="1003" y="8239"/>
                  </a:cubicBezTo>
                  <a:cubicBezTo>
                    <a:pt x="1581" y="8239"/>
                    <a:pt x="2037" y="7783"/>
                    <a:pt x="2007" y="7206"/>
                  </a:cubicBezTo>
                  <a:lnTo>
                    <a:pt x="2007" y="3710"/>
                  </a:lnTo>
                  <a:cubicBezTo>
                    <a:pt x="2007" y="2859"/>
                    <a:pt x="2067" y="1978"/>
                    <a:pt x="2159" y="1127"/>
                  </a:cubicBezTo>
                  <a:cubicBezTo>
                    <a:pt x="2189" y="580"/>
                    <a:pt x="1794" y="63"/>
                    <a:pt x="1247" y="2"/>
                  </a:cubicBezTo>
                  <a:cubicBezTo>
                    <a:pt x="1226" y="1"/>
                    <a:pt x="1205" y="0"/>
                    <a:pt x="11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" name="Google Shape;69;p15"/>
            <p:cNvSpPr/>
            <p:nvPr/>
          </p:nvSpPr>
          <p:spPr>
            <a:xfrm>
              <a:off x="5674797" y="1072416"/>
              <a:ext cx="137571" cy="217985"/>
            </a:xfrm>
            <a:custGeom>
              <a:avLst/>
              <a:gdLst/>
              <a:ahLst/>
              <a:cxnLst/>
              <a:rect l="l" t="t" r="r" b="b"/>
              <a:pathLst>
                <a:path w="4833" h="7658" extrusionOk="0">
                  <a:moveTo>
                    <a:pt x="1165" y="1"/>
                  </a:moveTo>
                  <a:cubicBezTo>
                    <a:pt x="993" y="1"/>
                    <a:pt x="821" y="48"/>
                    <a:pt x="669" y="150"/>
                  </a:cubicBezTo>
                  <a:cubicBezTo>
                    <a:pt x="182" y="423"/>
                    <a:pt x="0" y="1031"/>
                    <a:pt x="304" y="1517"/>
                  </a:cubicBezTo>
                  <a:cubicBezTo>
                    <a:pt x="1307" y="3250"/>
                    <a:pt x="2128" y="5074"/>
                    <a:pt x="2736" y="6958"/>
                  </a:cubicBezTo>
                  <a:cubicBezTo>
                    <a:pt x="2888" y="7384"/>
                    <a:pt x="3283" y="7657"/>
                    <a:pt x="3708" y="7657"/>
                  </a:cubicBezTo>
                  <a:cubicBezTo>
                    <a:pt x="3799" y="7657"/>
                    <a:pt x="3921" y="7657"/>
                    <a:pt x="4012" y="7596"/>
                  </a:cubicBezTo>
                  <a:cubicBezTo>
                    <a:pt x="4559" y="7445"/>
                    <a:pt x="4833" y="6867"/>
                    <a:pt x="4681" y="6320"/>
                  </a:cubicBezTo>
                  <a:cubicBezTo>
                    <a:pt x="4012" y="4314"/>
                    <a:pt x="3131" y="2368"/>
                    <a:pt x="2037" y="514"/>
                  </a:cubicBezTo>
                  <a:cubicBezTo>
                    <a:pt x="1854" y="190"/>
                    <a:pt x="1510" y="1"/>
                    <a:pt x="11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70" name="Google Shape;70;p15"/>
            <p:cNvSpPr/>
            <p:nvPr/>
          </p:nvSpPr>
          <p:spPr>
            <a:xfrm>
              <a:off x="3982438" y="1071562"/>
              <a:ext cx="137571" cy="217957"/>
            </a:xfrm>
            <a:custGeom>
              <a:avLst/>
              <a:gdLst/>
              <a:ahLst/>
              <a:cxnLst/>
              <a:rect l="l" t="t" r="r" b="b"/>
              <a:pathLst>
                <a:path w="4833" h="7657" extrusionOk="0">
                  <a:moveTo>
                    <a:pt x="3684" y="1"/>
                  </a:moveTo>
                  <a:cubicBezTo>
                    <a:pt x="3337" y="1"/>
                    <a:pt x="2999" y="190"/>
                    <a:pt x="2796" y="514"/>
                  </a:cubicBezTo>
                  <a:cubicBezTo>
                    <a:pt x="1733" y="2368"/>
                    <a:pt x="821" y="4313"/>
                    <a:pt x="182" y="6319"/>
                  </a:cubicBezTo>
                  <a:cubicBezTo>
                    <a:pt x="0" y="6867"/>
                    <a:pt x="274" y="7444"/>
                    <a:pt x="821" y="7596"/>
                  </a:cubicBezTo>
                  <a:cubicBezTo>
                    <a:pt x="912" y="7657"/>
                    <a:pt x="1033" y="7657"/>
                    <a:pt x="1125" y="7657"/>
                  </a:cubicBezTo>
                  <a:cubicBezTo>
                    <a:pt x="1550" y="7657"/>
                    <a:pt x="1945" y="7383"/>
                    <a:pt x="2097" y="6958"/>
                  </a:cubicBezTo>
                  <a:cubicBezTo>
                    <a:pt x="2705" y="5073"/>
                    <a:pt x="3526" y="3250"/>
                    <a:pt x="4559" y="1517"/>
                  </a:cubicBezTo>
                  <a:cubicBezTo>
                    <a:pt x="4833" y="1031"/>
                    <a:pt x="4681" y="423"/>
                    <a:pt x="4195" y="149"/>
                  </a:cubicBezTo>
                  <a:cubicBezTo>
                    <a:pt x="4033" y="48"/>
                    <a:pt x="3857" y="1"/>
                    <a:pt x="3684" y="1"/>
                  </a:cubicBezTo>
                  <a:close/>
                </a:path>
              </a:pathLst>
            </a:custGeom>
            <a:solidFill>
              <a:srgbClr val="D98A4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5441184" y="812246"/>
              <a:ext cx="194701" cy="176198"/>
            </a:xfrm>
            <a:custGeom>
              <a:avLst/>
              <a:gdLst/>
              <a:ahLst/>
              <a:cxnLst/>
              <a:rect l="l" t="t" r="r" b="b"/>
              <a:pathLst>
                <a:path w="6840" h="6190" extrusionOk="0">
                  <a:moveTo>
                    <a:pt x="1152" y="0"/>
                  </a:moveTo>
                  <a:cubicBezTo>
                    <a:pt x="841" y="0"/>
                    <a:pt x="534" y="143"/>
                    <a:pt x="335" y="414"/>
                  </a:cubicBezTo>
                  <a:cubicBezTo>
                    <a:pt x="0" y="840"/>
                    <a:pt x="91" y="1478"/>
                    <a:pt x="547" y="1812"/>
                  </a:cubicBezTo>
                  <a:cubicBezTo>
                    <a:pt x="2158" y="3028"/>
                    <a:pt x="3648" y="4396"/>
                    <a:pt x="4955" y="5855"/>
                  </a:cubicBezTo>
                  <a:cubicBezTo>
                    <a:pt x="5167" y="6068"/>
                    <a:pt x="5441" y="6189"/>
                    <a:pt x="5715" y="6189"/>
                  </a:cubicBezTo>
                  <a:cubicBezTo>
                    <a:pt x="5958" y="6189"/>
                    <a:pt x="6201" y="6098"/>
                    <a:pt x="6414" y="5916"/>
                  </a:cubicBezTo>
                  <a:cubicBezTo>
                    <a:pt x="6809" y="5551"/>
                    <a:pt x="6839" y="4913"/>
                    <a:pt x="6474" y="4487"/>
                  </a:cubicBezTo>
                  <a:cubicBezTo>
                    <a:pt x="5046" y="2937"/>
                    <a:pt x="3465" y="1478"/>
                    <a:pt x="1763" y="201"/>
                  </a:cubicBezTo>
                  <a:cubicBezTo>
                    <a:pt x="1579" y="66"/>
                    <a:pt x="1364" y="0"/>
                    <a:pt x="11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4158921" y="811392"/>
              <a:ext cx="195583" cy="176170"/>
            </a:xfrm>
            <a:custGeom>
              <a:avLst/>
              <a:gdLst/>
              <a:ahLst/>
              <a:cxnLst/>
              <a:rect l="l" t="t" r="r" b="b"/>
              <a:pathLst>
                <a:path w="6871" h="6189" extrusionOk="0">
                  <a:moveTo>
                    <a:pt x="5718" y="0"/>
                  </a:moveTo>
                  <a:cubicBezTo>
                    <a:pt x="5506" y="0"/>
                    <a:pt x="5292" y="66"/>
                    <a:pt x="5107" y="201"/>
                  </a:cubicBezTo>
                  <a:cubicBezTo>
                    <a:pt x="3405" y="1478"/>
                    <a:pt x="1794" y="2936"/>
                    <a:pt x="396" y="4487"/>
                  </a:cubicBezTo>
                  <a:cubicBezTo>
                    <a:pt x="1" y="4912"/>
                    <a:pt x="62" y="5551"/>
                    <a:pt x="457" y="5915"/>
                  </a:cubicBezTo>
                  <a:cubicBezTo>
                    <a:pt x="669" y="6098"/>
                    <a:pt x="913" y="6189"/>
                    <a:pt x="1156" y="6189"/>
                  </a:cubicBezTo>
                  <a:cubicBezTo>
                    <a:pt x="1429" y="6189"/>
                    <a:pt x="1703" y="6067"/>
                    <a:pt x="1885" y="5854"/>
                  </a:cubicBezTo>
                  <a:cubicBezTo>
                    <a:pt x="3223" y="4395"/>
                    <a:pt x="4712" y="3028"/>
                    <a:pt x="6323" y="1842"/>
                  </a:cubicBezTo>
                  <a:cubicBezTo>
                    <a:pt x="6779" y="1508"/>
                    <a:pt x="6870" y="870"/>
                    <a:pt x="6536" y="414"/>
                  </a:cubicBezTo>
                  <a:cubicBezTo>
                    <a:pt x="6337" y="142"/>
                    <a:pt x="6030" y="0"/>
                    <a:pt x="57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5127101" y="657709"/>
              <a:ext cx="229314" cy="120492"/>
            </a:xfrm>
            <a:custGeom>
              <a:avLst/>
              <a:gdLst/>
              <a:ahLst/>
              <a:cxnLst/>
              <a:rect l="l" t="t" r="r" b="b"/>
              <a:pathLst>
                <a:path w="8056" h="4233" extrusionOk="0">
                  <a:moveTo>
                    <a:pt x="1132" y="1"/>
                  </a:moveTo>
                  <a:cubicBezTo>
                    <a:pt x="683" y="1"/>
                    <a:pt x="280" y="309"/>
                    <a:pt x="153" y="767"/>
                  </a:cubicBezTo>
                  <a:cubicBezTo>
                    <a:pt x="1" y="1284"/>
                    <a:pt x="305" y="1861"/>
                    <a:pt x="852" y="2013"/>
                  </a:cubicBezTo>
                  <a:cubicBezTo>
                    <a:pt x="2797" y="2530"/>
                    <a:pt x="4681" y="3259"/>
                    <a:pt x="6475" y="4141"/>
                  </a:cubicBezTo>
                  <a:cubicBezTo>
                    <a:pt x="6596" y="4202"/>
                    <a:pt x="6748" y="4232"/>
                    <a:pt x="6900" y="4232"/>
                  </a:cubicBezTo>
                  <a:cubicBezTo>
                    <a:pt x="7265" y="4232"/>
                    <a:pt x="7630" y="4019"/>
                    <a:pt x="7812" y="3655"/>
                  </a:cubicBezTo>
                  <a:cubicBezTo>
                    <a:pt x="8055" y="3168"/>
                    <a:pt x="7843" y="2560"/>
                    <a:pt x="7356" y="2317"/>
                  </a:cubicBezTo>
                  <a:cubicBezTo>
                    <a:pt x="5441" y="1375"/>
                    <a:pt x="3435" y="615"/>
                    <a:pt x="1399" y="38"/>
                  </a:cubicBezTo>
                  <a:cubicBezTo>
                    <a:pt x="1309" y="13"/>
                    <a:pt x="1220" y="1"/>
                    <a:pt x="113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4439245" y="657709"/>
              <a:ext cx="229314" cy="119610"/>
            </a:xfrm>
            <a:custGeom>
              <a:avLst/>
              <a:gdLst/>
              <a:ahLst/>
              <a:cxnLst/>
              <a:rect l="l" t="t" r="r" b="b"/>
              <a:pathLst>
                <a:path w="8056" h="4202" extrusionOk="0">
                  <a:moveTo>
                    <a:pt x="6926" y="1"/>
                  </a:moveTo>
                  <a:cubicBezTo>
                    <a:pt x="6838" y="1"/>
                    <a:pt x="6748" y="12"/>
                    <a:pt x="6658" y="38"/>
                  </a:cubicBezTo>
                  <a:cubicBezTo>
                    <a:pt x="4621" y="615"/>
                    <a:pt x="2615" y="1375"/>
                    <a:pt x="700" y="2287"/>
                  </a:cubicBezTo>
                  <a:cubicBezTo>
                    <a:pt x="214" y="2530"/>
                    <a:pt x="1" y="3138"/>
                    <a:pt x="244" y="3655"/>
                  </a:cubicBezTo>
                  <a:cubicBezTo>
                    <a:pt x="427" y="4019"/>
                    <a:pt x="761" y="4202"/>
                    <a:pt x="1156" y="4202"/>
                  </a:cubicBezTo>
                  <a:cubicBezTo>
                    <a:pt x="1308" y="4202"/>
                    <a:pt x="1460" y="4171"/>
                    <a:pt x="1582" y="4111"/>
                  </a:cubicBezTo>
                  <a:cubicBezTo>
                    <a:pt x="3375" y="3229"/>
                    <a:pt x="5259" y="2530"/>
                    <a:pt x="7205" y="1983"/>
                  </a:cubicBezTo>
                  <a:cubicBezTo>
                    <a:pt x="7752" y="1831"/>
                    <a:pt x="8056" y="1284"/>
                    <a:pt x="7904" y="737"/>
                  </a:cubicBezTo>
                  <a:cubicBezTo>
                    <a:pt x="7777" y="305"/>
                    <a:pt x="7374" y="1"/>
                    <a:pt x="69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4780142" y="622868"/>
              <a:ext cx="236231" cy="61883"/>
            </a:xfrm>
            <a:custGeom>
              <a:avLst/>
              <a:gdLst/>
              <a:ahLst/>
              <a:cxnLst/>
              <a:rect l="l" t="t" r="r" b="b"/>
              <a:pathLst>
                <a:path w="8299" h="2174" extrusionOk="0">
                  <a:moveTo>
                    <a:pt x="4146" y="0"/>
                  </a:moveTo>
                  <a:cubicBezTo>
                    <a:pt x="3078" y="0"/>
                    <a:pt x="2007" y="46"/>
                    <a:pt x="943" y="137"/>
                  </a:cubicBezTo>
                  <a:cubicBezTo>
                    <a:pt x="396" y="167"/>
                    <a:pt x="1" y="684"/>
                    <a:pt x="31" y="1231"/>
                  </a:cubicBezTo>
                  <a:cubicBezTo>
                    <a:pt x="88" y="1743"/>
                    <a:pt x="518" y="2149"/>
                    <a:pt x="1021" y="2149"/>
                  </a:cubicBezTo>
                  <a:cubicBezTo>
                    <a:pt x="1056" y="2149"/>
                    <a:pt x="1090" y="2147"/>
                    <a:pt x="1126" y="2143"/>
                  </a:cubicBezTo>
                  <a:cubicBezTo>
                    <a:pt x="2129" y="2067"/>
                    <a:pt x="3139" y="2029"/>
                    <a:pt x="4146" y="2029"/>
                  </a:cubicBezTo>
                  <a:cubicBezTo>
                    <a:pt x="5153" y="2029"/>
                    <a:pt x="6156" y="2067"/>
                    <a:pt x="7144" y="2143"/>
                  </a:cubicBezTo>
                  <a:cubicBezTo>
                    <a:pt x="7174" y="2173"/>
                    <a:pt x="7205" y="2173"/>
                    <a:pt x="7235" y="2173"/>
                  </a:cubicBezTo>
                  <a:cubicBezTo>
                    <a:pt x="7752" y="2173"/>
                    <a:pt x="8177" y="1778"/>
                    <a:pt x="8238" y="1231"/>
                  </a:cubicBezTo>
                  <a:cubicBezTo>
                    <a:pt x="8299" y="684"/>
                    <a:pt x="7873" y="198"/>
                    <a:pt x="7326" y="137"/>
                  </a:cubicBezTo>
                  <a:cubicBezTo>
                    <a:pt x="6278" y="46"/>
                    <a:pt x="5214" y="0"/>
                    <a:pt x="41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7637942" y="1480718"/>
              <a:ext cx="58012" cy="144517"/>
            </a:xfrm>
            <a:custGeom>
              <a:avLst/>
              <a:gdLst/>
              <a:ahLst/>
              <a:cxnLst/>
              <a:rect l="l" t="t" r="r" b="b"/>
              <a:pathLst>
                <a:path w="2038" h="5077" extrusionOk="0">
                  <a:moveTo>
                    <a:pt x="1004" y="0"/>
                  </a:moveTo>
                  <a:cubicBezTo>
                    <a:pt x="457" y="0"/>
                    <a:pt x="1" y="456"/>
                    <a:pt x="1" y="1003"/>
                  </a:cubicBezTo>
                  <a:lnTo>
                    <a:pt x="1" y="4043"/>
                  </a:lnTo>
                  <a:cubicBezTo>
                    <a:pt x="1" y="4620"/>
                    <a:pt x="457" y="5076"/>
                    <a:pt x="1004" y="5076"/>
                  </a:cubicBezTo>
                  <a:cubicBezTo>
                    <a:pt x="1581" y="5076"/>
                    <a:pt x="2037" y="4620"/>
                    <a:pt x="2037" y="4043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6635177" y="4461203"/>
              <a:ext cx="236231" cy="62481"/>
            </a:xfrm>
            <a:custGeom>
              <a:avLst/>
              <a:gdLst/>
              <a:ahLst/>
              <a:cxnLst/>
              <a:rect l="l" t="t" r="r" b="b"/>
              <a:pathLst>
                <a:path w="8299" h="2195" extrusionOk="0">
                  <a:moveTo>
                    <a:pt x="7223" y="0"/>
                  </a:moveTo>
                  <a:cubicBezTo>
                    <a:pt x="7186" y="0"/>
                    <a:pt x="7150" y="2"/>
                    <a:pt x="7113" y="6"/>
                  </a:cubicBezTo>
                  <a:cubicBezTo>
                    <a:pt x="5991" y="110"/>
                    <a:pt x="4860" y="164"/>
                    <a:pt x="3724" y="164"/>
                  </a:cubicBezTo>
                  <a:cubicBezTo>
                    <a:pt x="2859" y="164"/>
                    <a:pt x="1992" y="133"/>
                    <a:pt x="1125" y="67"/>
                  </a:cubicBezTo>
                  <a:cubicBezTo>
                    <a:pt x="1090" y="63"/>
                    <a:pt x="1055" y="61"/>
                    <a:pt x="1021" y="61"/>
                  </a:cubicBezTo>
                  <a:cubicBezTo>
                    <a:pt x="517" y="61"/>
                    <a:pt x="88" y="467"/>
                    <a:pt x="31" y="979"/>
                  </a:cubicBezTo>
                  <a:cubicBezTo>
                    <a:pt x="0" y="1556"/>
                    <a:pt x="395" y="2043"/>
                    <a:pt x="973" y="2073"/>
                  </a:cubicBezTo>
                  <a:cubicBezTo>
                    <a:pt x="1915" y="2164"/>
                    <a:pt x="2888" y="2195"/>
                    <a:pt x="3830" y="2195"/>
                  </a:cubicBezTo>
                  <a:cubicBezTo>
                    <a:pt x="4985" y="2195"/>
                    <a:pt x="6171" y="2134"/>
                    <a:pt x="7326" y="2043"/>
                  </a:cubicBezTo>
                  <a:cubicBezTo>
                    <a:pt x="7873" y="1982"/>
                    <a:pt x="8298" y="1465"/>
                    <a:pt x="8238" y="918"/>
                  </a:cubicBezTo>
                  <a:cubicBezTo>
                    <a:pt x="8181" y="406"/>
                    <a:pt x="7751" y="0"/>
                    <a:pt x="7223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6294280" y="4372819"/>
              <a:ext cx="229314" cy="117987"/>
            </a:xfrm>
            <a:custGeom>
              <a:avLst/>
              <a:gdLst/>
              <a:ahLst/>
              <a:cxnLst/>
              <a:rect l="l" t="t" r="r" b="b"/>
              <a:pathLst>
                <a:path w="8056" h="4145" extrusionOk="0">
                  <a:moveTo>
                    <a:pt x="1150" y="1"/>
                  </a:moveTo>
                  <a:cubicBezTo>
                    <a:pt x="780" y="1"/>
                    <a:pt x="418" y="209"/>
                    <a:pt x="244" y="558"/>
                  </a:cubicBezTo>
                  <a:cubicBezTo>
                    <a:pt x="0" y="1075"/>
                    <a:pt x="213" y="1682"/>
                    <a:pt x="699" y="1926"/>
                  </a:cubicBezTo>
                  <a:cubicBezTo>
                    <a:pt x="2614" y="2838"/>
                    <a:pt x="4621" y="3567"/>
                    <a:pt x="6687" y="4114"/>
                  </a:cubicBezTo>
                  <a:cubicBezTo>
                    <a:pt x="6779" y="4145"/>
                    <a:pt x="6870" y="4145"/>
                    <a:pt x="6931" y="4145"/>
                  </a:cubicBezTo>
                  <a:cubicBezTo>
                    <a:pt x="7387" y="4145"/>
                    <a:pt x="7812" y="3841"/>
                    <a:pt x="7934" y="3385"/>
                  </a:cubicBezTo>
                  <a:cubicBezTo>
                    <a:pt x="8055" y="2838"/>
                    <a:pt x="7751" y="2290"/>
                    <a:pt x="7204" y="2138"/>
                  </a:cubicBezTo>
                  <a:cubicBezTo>
                    <a:pt x="5259" y="1652"/>
                    <a:pt x="3374" y="953"/>
                    <a:pt x="1581" y="102"/>
                  </a:cubicBezTo>
                  <a:cubicBezTo>
                    <a:pt x="1443" y="33"/>
                    <a:pt x="1296" y="1"/>
                    <a:pt x="1150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6981255" y="4365048"/>
              <a:ext cx="228460" cy="121432"/>
            </a:xfrm>
            <a:custGeom>
              <a:avLst/>
              <a:gdLst/>
              <a:ahLst/>
              <a:cxnLst/>
              <a:rect l="l" t="t" r="r" b="b"/>
              <a:pathLst>
                <a:path w="8026" h="4266" extrusionOk="0">
                  <a:moveTo>
                    <a:pt x="6864" y="0"/>
                  </a:moveTo>
                  <a:cubicBezTo>
                    <a:pt x="6713" y="0"/>
                    <a:pt x="6560" y="33"/>
                    <a:pt x="6414" y="101"/>
                  </a:cubicBezTo>
                  <a:cubicBezTo>
                    <a:pt x="4651" y="983"/>
                    <a:pt x="2767" y="1712"/>
                    <a:pt x="852" y="2259"/>
                  </a:cubicBezTo>
                  <a:cubicBezTo>
                    <a:pt x="305" y="2411"/>
                    <a:pt x="1" y="2989"/>
                    <a:pt x="153" y="3536"/>
                  </a:cubicBezTo>
                  <a:cubicBezTo>
                    <a:pt x="274" y="3962"/>
                    <a:pt x="700" y="4266"/>
                    <a:pt x="1125" y="4266"/>
                  </a:cubicBezTo>
                  <a:cubicBezTo>
                    <a:pt x="1216" y="4266"/>
                    <a:pt x="1308" y="4235"/>
                    <a:pt x="1399" y="4235"/>
                  </a:cubicBezTo>
                  <a:cubicBezTo>
                    <a:pt x="3435" y="3627"/>
                    <a:pt x="5441" y="2867"/>
                    <a:pt x="7326" y="1925"/>
                  </a:cubicBezTo>
                  <a:cubicBezTo>
                    <a:pt x="7843" y="1682"/>
                    <a:pt x="8025" y="1074"/>
                    <a:pt x="7782" y="557"/>
                  </a:cubicBezTo>
                  <a:cubicBezTo>
                    <a:pt x="7607" y="208"/>
                    <a:pt x="7245" y="0"/>
                    <a:pt x="6864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6013075" y="4165651"/>
              <a:ext cx="195583" cy="174604"/>
            </a:xfrm>
            <a:custGeom>
              <a:avLst/>
              <a:gdLst/>
              <a:ahLst/>
              <a:cxnLst/>
              <a:rect l="l" t="t" r="r" b="b"/>
              <a:pathLst>
                <a:path w="6871" h="6134" extrusionOk="0">
                  <a:moveTo>
                    <a:pt x="1134" y="1"/>
                  </a:moveTo>
                  <a:cubicBezTo>
                    <a:pt x="885" y="1"/>
                    <a:pt x="631" y="92"/>
                    <a:pt x="426" y="267"/>
                  </a:cubicBezTo>
                  <a:cubicBezTo>
                    <a:pt x="31" y="662"/>
                    <a:pt x="1" y="1301"/>
                    <a:pt x="366" y="1696"/>
                  </a:cubicBezTo>
                  <a:cubicBezTo>
                    <a:pt x="1794" y="3246"/>
                    <a:pt x="3405" y="4675"/>
                    <a:pt x="5138" y="5951"/>
                  </a:cubicBezTo>
                  <a:cubicBezTo>
                    <a:pt x="5320" y="6073"/>
                    <a:pt x="5502" y="6134"/>
                    <a:pt x="5715" y="6134"/>
                  </a:cubicBezTo>
                  <a:cubicBezTo>
                    <a:pt x="6050" y="6134"/>
                    <a:pt x="6353" y="5982"/>
                    <a:pt x="6536" y="5708"/>
                  </a:cubicBezTo>
                  <a:cubicBezTo>
                    <a:pt x="6870" y="5252"/>
                    <a:pt x="6779" y="4644"/>
                    <a:pt x="6323" y="4310"/>
                  </a:cubicBezTo>
                  <a:cubicBezTo>
                    <a:pt x="4712" y="3125"/>
                    <a:pt x="3192" y="1787"/>
                    <a:pt x="1855" y="328"/>
                  </a:cubicBezTo>
                  <a:cubicBezTo>
                    <a:pt x="1665" y="107"/>
                    <a:pt x="1402" y="1"/>
                    <a:pt x="1134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7293601" y="4153069"/>
              <a:ext cx="193847" cy="176796"/>
            </a:xfrm>
            <a:custGeom>
              <a:avLst/>
              <a:gdLst/>
              <a:ahLst/>
              <a:cxnLst/>
              <a:rect l="l" t="t" r="r" b="b"/>
              <a:pathLst>
                <a:path w="6810" h="6211" extrusionOk="0">
                  <a:moveTo>
                    <a:pt x="5676" y="1"/>
                  </a:moveTo>
                  <a:cubicBezTo>
                    <a:pt x="5397" y="1"/>
                    <a:pt x="5121" y="115"/>
                    <a:pt x="4925" y="345"/>
                  </a:cubicBezTo>
                  <a:cubicBezTo>
                    <a:pt x="3617" y="1834"/>
                    <a:pt x="2128" y="3202"/>
                    <a:pt x="548" y="4418"/>
                  </a:cubicBezTo>
                  <a:cubicBezTo>
                    <a:pt x="92" y="4752"/>
                    <a:pt x="0" y="5390"/>
                    <a:pt x="335" y="5816"/>
                  </a:cubicBezTo>
                  <a:cubicBezTo>
                    <a:pt x="548" y="6089"/>
                    <a:pt x="851" y="6211"/>
                    <a:pt x="1155" y="6211"/>
                  </a:cubicBezTo>
                  <a:cubicBezTo>
                    <a:pt x="1368" y="6211"/>
                    <a:pt x="1581" y="6150"/>
                    <a:pt x="1763" y="6029"/>
                  </a:cubicBezTo>
                  <a:cubicBezTo>
                    <a:pt x="3466" y="4722"/>
                    <a:pt x="5046" y="3263"/>
                    <a:pt x="6444" y="1682"/>
                  </a:cubicBezTo>
                  <a:cubicBezTo>
                    <a:pt x="6809" y="1287"/>
                    <a:pt x="6779" y="649"/>
                    <a:pt x="6353" y="253"/>
                  </a:cubicBezTo>
                  <a:cubicBezTo>
                    <a:pt x="6157" y="85"/>
                    <a:pt x="5915" y="1"/>
                    <a:pt x="5676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5832265" y="3866227"/>
              <a:ext cx="140190" cy="217074"/>
            </a:xfrm>
            <a:custGeom>
              <a:avLst/>
              <a:gdLst/>
              <a:ahLst/>
              <a:cxnLst/>
              <a:rect l="l" t="t" r="r" b="b"/>
              <a:pathLst>
                <a:path w="4925" h="7626" extrusionOk="0">
                  <a:moveTo>
                    <a:pt x="1148" y="0"/>
                  </a:moveTo>
                  <a:cubicBezTo>
                    <a:pt x="1039" y="0"/>
                    <a:pt x="929" y="19"/>
                    <a:pt x="821" y="57"/>
                  </a:cubicBezTo>
                  <a:cubicBezTo>
                    <a:pt x="304" y="239"/>
                    <a:pt x="0" y="817"/>
                    <a:pt x="182" y="1364"/>
                  </a:cubicBezTo>
                  <a:cubicBezTo>
                    <a:pt x="882" y="3339"/>
                    <a:pt x="1793" y="5285"/>
                    <a:pt x="2888" y="7139"/>
                  </a:cubicBezTo>
                  <a:cubicBezTo>
                    <a:pt x="3070" y="7443"/>
                    <a:pt x="3404" y="7625"/>
                    <a:pt x="3769" y="7625"/>
                  </a:cubicBezTo>
                  <a:cubicBezTo>
                    <a:pt x="3951" y="7625"/>
                    <a:pt x="4103" y="7564"/>
                    <a:pt x="4286" y="7473"/>
                  </a:cubicBezTo>
                  <a:cubicBezTo>
                    <a:pt x="4772" y="7200"/>
                    <a:pt x="4924" y="6561"/>
                    <a:pt x="4620" y="6075"/>
                  </a:cubicBezTo>
                  <a:cubicBezTo>
                    <a:pt x="3587" y="4373"/>
                    <a:pt x="2736" y="2549"/>
                    <a:pt x="2097" y="695"/>
                  </a:cubicBezTo>
                  <a:cubicBezTo>
                    <a:pt x="1953" y="262"/>
                    <a:pt x="1561" y="0"/>
                    <a:pt x="1148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7525477" y="3850201"/>
              <a:ext cx="135863" cy="218383"/>
            </a:xfrm>
            <a:custGeom>
              <a:avLst/>
              <a:gdLst/>
              <a:ahLst/>
              <a:cxnLst/>
              <a:rect l="l" t="t" r="r" b="b"/>
              <a:pathLst>
                <a:path w="4773" h="7672" extrusionOk="0">
                  <a:moveTo>
                    <a:pt x="3651" y="1"/>
                  </a:moveTo>
                  <a:cubicBezTo>
                    <a:pt x="3215" y="1"/>
                    <a:pt x="2824" y="265"/>
                    <a:pt x="2675" y="711"/>
                  </a:cubicBezTo>
                  <a:cubicBezTo>
                    <a:pt x="2067" y="2595"/>
                    <a:pt x="1277" y="4419"/>
                    <a:pt x="274" y="6152"/>
                  </a:cubicBezTo>
                  <a:cubicBezTo>
                    <a:pt x="0" y="6638"/>
                    <a:pt x="152" y="7246"/>
                    <a:pt x="639" y="7550"/>
                  </a:cubicBezTo>
                  <a:cubicBezTo>
                    <a:pt x="791" y="7641"/>
                    <a:pt x="973" y="7671"/>
                    <a:pt x="1155" y="7671"/>
                  </a:cubicBezTo>
                  <a:cubicBezTo>
                    <a:pt x="1490" y="7671"/>
                    <a:pt x="1824" y="7489"/>
                    <a:pt x="2037" y="7155"/>
                  </a:cubicBezTo>
                  <a:cubicBezTo>
                    <a:pt x="3101" y="5301"/>
                    <a:pt x="3952" y="3325"/>
                    <a:pt x="4621" y="1319"/>
                  </a:cubicBezTo>
                  <a:cubicBezTo>
                    <a:pt x="4773" y="802"/>
                    <a:pt x="4469" y="225"/>
                    <a:pt x="3952" y="42"/>
                  </a:cubicBezTo>
                  <a:cubicBezTo>
                    <a:pt x="3851" y="14"/>
                    <a:pt x="3750" y="1"/>
                    <a:pt x="3651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7633615" y="3502701"/>
              <a:ext cx="62338" cy="233641"/>
            </a:xfrm>
            <a:custGeom>
              <a:avLst/>
              <a:gdLst/>
              <a:ahLst/>
              <a:cxnLst/>
              <a:rect l="l" t="t" r="r" b="b"/>
              <a:pathLst>
                <a:path w="2190" h="8208" extrusionOk="0">
                  <a:moveTo>
                    <a:pt x="1156" y="1"/>
                  </a:moveTo>
                  <a:cubicBezTo>
                    <a:pt x="609" y="1"/>
                    <a:pt x="153" y="457"/>
                    <a:pt x="153" y="1004"/>
                  </a:cubicBezTo>
                  <a:lnTo>
                    <a:pt x="153" y="4712"/>
                  </a:lnTo>
                  <a:cubicBezTo>
                    <a:pt x="153" y="5502"/>
                    <a:pt x="122" y="6293"/>
                    <a:pt x="62" y="7083"/>
                  </a:cubicBezTo>
                  <a:cubicBezTo>
                    <a:pt x="1" y="7660"/>
                    <a:pt x="396" y="8147"/>
                    <a:pt x="974" y="8208"/>
                  </a:cubicBezTo>
                  <a:lnTo>
                    <a:pt x="1065" y="8208"/>
                  </a:lnTo>
                  <a:cubicBezTo>
                    <a:pt x="1581" y="8208"/>
                    <a:pt x="2037" y="7812"/>
                    <a:pt x="2068" y="7265"/>
                  </a:cubicBezTo>
                  <a:cubicBezTo>
                    <a:pt x="2129" y="6414"/>
                    <a:pt x="2189" y="5563"/>
                    <a:pt x="2189" y="4712"/>
                  </a:cubicBezTo>
                  <a:lnTo>
                    <a:pt x="2189" y="1004"/>
                  </a:lnTo>
                  <a:cubicBezTo>
                    <a:pt x="2189" y="457"/>
                    <a:pt x="1733" y="1"/>
                    <a:pt x="1156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7637942" y="3150560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04" y="1"/>
                  </a:moveTo>
                  <a:cubicBezTo>
                    <a:pt x="457" y="1"/>
                    <a:pt x="1" y="457"/>
                    <a:pt x="1" y="1004"/>
                  </a:cubicBezTo>
                  <a:lnTo>
                    <a:pt x="1" y="7205"/>
                  </a:lnTo>
                  <a:cubicBezTo>
                    <a:pt x="1" y="7752"/>
                    <a:pt x="457" y="8208"/>
                    <a:pt x="1004" y="8208"/>
                  </a:cubicBezTo>
                  <a:cubicBezTo>
                    <a:pt x="1581" y="8208"/>
                    <a:pt x="2037" y="775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04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7637942" y="2798420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04" y="1"/>
                  </a:moveTo>
                  <a:cubicBezTo>
                    <a:pt x="457" y="1"/>
                    <a:pt x="1" y="457"/>
                    <a:pt x="1" y="1034"/>
                  </a:cubicBezTo>
                  <a:lnTo>
                    <a:pt x="1" y="7205"/>
                  </a:lnTo>
                  <a:cubicBezTo>
                    <a:pt x="1" y="7782"/>
                    <a:pt x="457" y="8208"/>
                    <a:pt x="1004" y="8208"/>
                  </a:cubicBezTo>
                  <a:cubicBezTo>
                    <a:pt x="1581" y="8208"/>
                    <a:pt x="2037" y="7782"/>
                    <a:pt x="2037" y="720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04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7637942" y="2447162"/>
              <a:ext cx="58012" cy="233612"/>
            </a:xfrm>
            <a:custGeom>
              <a:avLst/>
              <a:gdLst/>
              <a:ahLst/>
              <a:cxnLst/>
              <a:rect l="l" t="t" r="r" b="b"/>
              <a:pathLst>
                <a:path w="2038" h="8207" extrusionOk="0">
                  <a:moveTo>
                    <a:pt x="1004" y="0"/>
                  </a:moveTo>
                  <a:cubicBezTo>
                    <a:pt x="457" y="0"/>
                    <a:pt x="1" y="456"/>
                    <a:pt x="1" y="1003"/>
                  </a:cubicBezTo>
                  <a:lnTo>
                    <a:pt x="1" y="7174"/>
                  </a:lnTo>
                  <a:cubicBezTo>
                    <a:pt x="1" y="7751"/>
                    <a:pt x="457" y="8207"/>
                    <a:pt x="1004" y="8207"/>
                  </a:cubicBezTo>
                  <a:cubicBezTo>
                    <a:pt x="1581" y="8207"/>
                    <a:pt x="2037" y="7751"/>
                    <a:pt x="2037" y="717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8" name="Google Shape;88;p15"/>
            <p:cNvSpPr/>
            <p:nvPr/>
          </p:nvSpPr>
          <p:spPr>
            <a:xfrm>
              <a:off x="7637942" y="2095021"/>
              <a:ext cx="58012" cy="233612"/>
            </a:xfrm>
            <a:custGeom>
              <a:avLst/>
              <a:gdLst/>
              <a:ahLst/>
              <a:cxnLst/>
              <a:rect l="l" t="t" r="r" b="b"/>
              <a:pathLst>
                <a:path w="2038" h="8207" extrusionOk="0">
                  <a:moveTo>
                    <a:pt x="1004" y="0"/>
                  </a:moveTo>
                  <a:cubicBezTo>
                    <a:pt x="457" y="0"/>
                    <a:pt x="1" y="456"/>
                    <a:pt x="1" y="1003"/>
                  </a:cubicBezTo>
                  <a:lnTo>
                    <a:pt x="1" y="7204"/>
                  </a:lnTo>
                  <a:cubicBezTo>
                    <a:pt x="1" y="7751"/>
                    <a:pt x="457" y="8207"/>
                    <a:pt x="1004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89" name="Google Shape;89;p15"/>
            <p:cNvSpPr/>
            <p:nvPr/>
          </p:nvSpPr>
          <p:spPr>
            <a:xfrm>
              <a:off x="7637942" y="1742881"/>
              <a:ext cx="58012" cy="233612"/>
            </a:xfrm>
            <a:custGeom>
              <a:avLst/>
              <a:gdLst/>
              <a:ahLst/>
              <a:cxnLst/>
              <a:rect l="l" t="t" r="r" b="b"/>
              <a:pathLst>
                <a:path w="2038" h="8207" extrusionOk="0">
                  <a:moveTo>
                    <a:pt x="1004" y="0"/>
                  </a:moveTo>
                  <a:cubicBezTo>
                    <a:pt x="457" y="0"/>
                    <a:pt x="1" y="456"/>
                    <a:pt x="1" y="1034"/>
                  </a:cubicBezTo>
                  <a:lnTo>
                    <a:pt x="1" y="7204"/>
                  </a:lnTo>
                  <a:cubicBezTo>
                    <a:pt x="1" y="7751"/>
                    <a:pt x="457" y="8207"/>
                    <a:pt x="1004" y="8207"/>
                  </a:cubicBezTo>
                  <a:cubicBezTo>
                    <a:pt x="1581" y="8207"/>
                    <a:pt x="2037" y="7781"/>
                    <a:pt x="2037" y="7204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04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0" name="Google Shape;90;p15"/>
            <p:cNvSpPr/>
            <p:nvPr/>
          </p:nvSpPr>
          <p:spPr>
            <a:xfrm>
              <a:off x="7639679" y="1394013"/>
              <a:ext cx="64046" cy="144688"/>
            </a:xfrm>
            <a:custGeom>
              <a:avLst/>
              <a:gdLst/>
              <a:ahLst/>
              <a:cxnLst/>
              <a:rect l="l" t="t" r="r" b="b"/>
              <a:pathLst>
                <a:path w="2250" h="5083" extrusionOk="0">
                  <a:moveTo>
                    <a:pt x="1191" y="1"/>
                  </a:moveTo>
                  <a:cubicBezTo>
                    <a:pt x="666" y="1"/>
                    <a:pt x="240" y="380"/>
                    <a:pt x="183" y="919"/>
                  </a:cubicBezTo>
                  <a:cubicBezTo>
                    <a:pt x="61" y="1952"/>
                    <a:pt x="1" y="3016"/>
                    <a:pt x="1" y="4049"/>
                  </a:cubicBezTo>
                  <a:cubicBezTo>
                    <a:pt x="1" y="4627"/>
                    <a:pt x="457" y="5083"/>
                    <a:pt x="1034" y="5083"/>
                  </a:cubicBezTo>
                  <a:cubicBezTo>
                    <a:pt x="1581" y="5083"/>
                    <a:pt x="2037" y="4627"/>
                    <a:pt x="2037" y="4049"/>
                  </a:cubicBezTo>
                  <a:cubicBezTo>
                    <a:pt x="2037" y="3077"/>
                    <a:pt x="2098" y="2104"/>
                    <a:pt x="2189" y="1131"/>
                  </a:cubicBezTo>
                  <a:cubicBezTo>
                    <a:pt x="2250" y="584"/>
                    <a:pt x="1855" y="68"/>
                    <a:pt x="1308" y="7"/>
                  </a:cubicBezTo>
                  <a:cubicBezTo>
                    <a:pt x="1268" y="3"/>
                    <a:pt x="1230" y="1"/>
                    <a:pt x="1191" y="1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7678619" y="1065470"/>
              <a:ext cx="139336" cy="216277"/>
            </a:xfrm>
            <a:custGeom>
              <a:avLst/>
              <a:gdLst/>
              <a:ahLst/>
              <a:cxnLst/>
              <a:rect l="l" t="t" r="r" b="b"/>
              <a:pathLst>
                <a:path w="4895" h="7598" extrusionOk="0">
                  <a:moveTo>
                    <a:pt x="3738" y="1"/>
                  </a:moveTo>
                  <a:cubicBezTo>
                    <a:pt x="3394" y="1"/>
                    <a:pt x="3059" y="183"/>
                    <a:pt x="2858" y="485"/>
                  </a:cubicBezTo>
                  <a:cubicBezTo>
                    <a:pt x="1763" y="2339"/>
                    <a:pt x="852" y="4254"/>
                    <a:pt x="183" y="6260"/>
                  </a:cubicBezTo>
                  <a:cubicBezTo>
                    <a:pt x="0" y="6777"/>
                    <a:pt x="304" y="7354"/>
                    <a:pt x="821" y="7537"/>
                  </a:cubicBezTo>
                  <a:cubicBezTo>
                    <a:pt x="943" y="7567"/>
                    <a:pt x="1034" y="7597"/>
                    <a:pt x="1156" y="7597"/>
                  </a:cubicBezTo>
                  <a:cubicBezTo>
                    <a:pt x="1581" y="7597"/>
                    <a:pt x="1976" y="7324"/>
                    <a:pt x="2098" y="6898"/>
                  </a:cubicBezTo>
                  <a:cubicBezTo>
                    <a:pt x="2736" y="5044"/>
                    <a:pt x="3587" y="3251"/>
                    <a:pt x="4590" y="1549"/>
                  </a:cubicBezTo>
                  <a:cubicBezTo>
                    <a:pt x="4894" y="1062"/>
                    <a:pt x="4742" y="424"/>
                    <a:pt x="4256" y="150"/>
                  </a:cubicBezTo>
                  <a:cubicBezTo>
                    <a:pt x="4092" y="48"/>
                    <a:pt x="3914" y="1"/>
                    <a:pt x="3738" y="1"/>
                  </a:cubicBezTo>
                  <a:close/>
                </a:path>
              </a:pathLst>
            </a:custGeom>
            <a:solidFill>
              <a:srgbClr val="E3241B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9364914" y="1065015"/>
              <a:ext cx="139336" cy="215850"/>
            </a:xfrm>
            <a:custGeom>
              <a:avLst/>
              <a:gdLst/>
              <a:ahLst/>
              <a:cxnLst/>
              <a:rect l="l" t="t" r="r" b="b"/>
              <a:pathLst>
                <a:path w="4895" h="7583" extrusionOk="0">
                  <a:moveTo>
                    <a:pt x="1150" y="1"/>
                  </a:moveTo>
                  <a:cubicBezTo>
                    <a:pt x="977" y="1"/>
                    <a:pt x="801" y="45"/>
                    <a:pt x="639" y="136"/>
                  </a:cubicBezTo>
                  <a:cubicBezTo>
                    <a:pt x="153" y="440"/>
                    <a:pt x="1" y="1048"/>
                    <a:pt x="274" y="1534"/>
                  </a:cubicBezTo>
                  <a:cubicBezTo>
                    <a:pt x="1308" y="3236"/>
                    <a:pt x="2159" y="5060"/>
                    <a:pt x="2767" y="6884"/>
                  </a:cubicBezTo>
                  <a:cubicBezTo>
                    <a:pt x="2919" y="7309"/>
                    <a:pt x="3314" y="7583"/>
                    <a:pt x="3739" y="7583"/>
                  </a:cubicBezTo>
                  <a:cubicBezTo>
                    <a:pt x="3861" y="7583"/>
                    <a:pt x="3952" y="7583"/>
                    <a:pt x="4074" y="7522"/>
                  </a:cubicBezTo>
                  <a:cubicBezTo>
                    <a:pt x="4590" y="7340"/>
                    <a:pt x="4894" y="6793"/>
                    <a:pt x="4712" y="6246"/>
                  </a:cubicBezTo>
                  <a:cubicBezTo>
                    <a:pt x="4013" y="4270"/>
                    <a:pt x="3131" y="2324"/>
                    <a:pt x="2037" y="501"/>
                  </a:cubicBezTo>
                  <a:cubicBezTo>
                    <a:pt x="1835" y="177"/>
                    <a:pt x="1497" y="1"/>
                    <a:pt x="1150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7856866" y="808773"/>
              <a:ext cx="194701" cy="174462"/>
            </a:xfrm>
            <a:custGeom>
              <a:avLst/>
              <a:gdLst/>
              <a:ahLst/>
              <a:cxnLst/>
              <a:rect l="l" t="t" r="r" b="b"/>
              <a:pathLst>
                <a:path w="6840" h="6129" extrusionOk="0">
                  <a:moveTo>
                    <a:pt x="5693" y="1"/>
                  </a:moveTo>
                  <a:cubicBezTo>
                    <a:pt x="5486" y="1"/>
                    <a:pt x="5279" y="66"/>
                    <a:pt x="5106" y="202"/>
                  </a:cubicBezTo>
                  <a:cubicBezTo>
                    <a:pt x="3374" y="1478"/>
                    <a:pt x="1793" y="2907"/>
                    <a:pt x="395" y="4427"/>
                  </a:cubicBezTo>
                  <a:cubicBezTo>
                    <a:pt x="0" y="4852"/>
                    <a:pt x="30" y="5491"/>
                    <a:pt x="456" y="5886"/>
                  </a:cubicBezTo>
                  <a:cubicBezTo>
                    <a:pt x="638" y="6038"/>
                    <a:pt x="881" y="6129"/>
                    <a:pt x="1125" y="6129"/>
                  </a:cubicBezTo>
                  <a:cubicBezTo>
                    <a:pt x="1398" y="6129"/>
                    <a:pt x="1672" y="6038"/>
                    <a:pt x="1885" y="5825"/>
                  </a:cubicBezTo>
                  <a:cubicBezTo>
                    <a:pt x="3222" y="4366"/>
                    <a:pt x="4681" y="3028"/>
                    <a:pt x="6292" y="1843"/>
                  </a:cubicBezTo>
                  <a:cubicBezTo>
                    <a:pt x="6748" y="1509"/>
                    <a:pt x="6839" y="870"/>
                    <a:pt x="6505" y="414"/>
                  </a:cubicBezTo>
                  <a:cubicBezTo>
                    <a:pt x="6306" y="143"/>
                    <a:pt x="5999" y="1"/>
                    <a:pt x="5693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9130448" y="808773"/>
              <a:ext cx="194701" cy="174462"/>
            </a:xfrm>
            <a:custGeom>
              <a:avLst/>
              <a:gdLst/>
              <a:ahLst/>
              <a:cxnLst/>
              <a:rect l="l" t="t" r="r" b="b"/>
              <a:pathLst>
                <a:path w="6840" h="6129" extrusionOk="0">
                  <a:moveTo>
                    <a:pt x="1153" y="1"/>
                  </a:moveTo>
                  <a:cubicBezTo>
                    <a:pt x="841" y="1"/>
                    <a:pt x="534" y="143"/>
                    <a:pt x="335" y="414"/>
                  </a:cubicBezTo>
                  <a:cubicBezTo>
                    <a:pt x="0" y="870"/>
                    <a:pt x="92" y="1478"/>
                    <a:pt x="548" y="1813"/>
                  </a:cubicBezTo>
                  <a:cubicBezTo>
                    <a:pt x="2159" y="2998"/>
                    <a:pt x="3648" y="4336"/>
                    <a:pt x="4955" y="5794"/>
                  </a:cubicBezTo>
                  <a:cubicBezTo>
                    <a:pt x="5168" y="6007"/>
                    <a:pt x="5441" y="6129"/>
                    <a:pt x="5715" y="6129"/>
                  </a:cubicBezTo>
                  <a:cubicBezTo>
                    <a:pt x="5958" y="6129"/>
                    <a:pt x="6201" y="6038"/>
                    <a:pt x="6414" y="5855"/>
                  </a:cubicBezTo>
                  <a:cubicBezTo>
                    <a:pt x="6809" y="5460"/>
                    <a:pt x="6840" y="4822"/>
                    <a:pt x="6475" y="4427"/>
                  </a:cubicBezTo>
                  <a:cubicBezTo>
                    <a:pt x="5046" y="2877"/>
                    <a:pt x="3466" y="1448"/>
                    <a:pt x="1763" y="202"/>
                  </a:cubicBezTo>
                  <a:cubicBezTo>
                    <a:pt x="1579" y="66"/>
                    <a:pt x="1365" y="1"/>
                    <a:pt x="1153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8135453" y="657652"/>
              <a:ext cx="228432" cy="118813"/>
            </a:xfrm>
            <a:custGeom>
              <a:avLst/>
              <a:gdLst/>
              <a:ahLst/>
              <a:cxnLst/>
              <a:rect l="l" t="t" r="r" b="b"/>
              <a:pathLst>
                <a:path w="8025" h="4174" extrusionOk="0">
                  <a:moveTo>
                    <a:pt x="6910" y="0"/>
                  </a:moveTo>
                  <a:cubicBezTo>
                    <a:pt x="6817" y="0"/>
                    <a:pt x="6722" y="13"/>
                    <a:pt x="6627" y="40"/>
                  </a:cubicBezTo>
                  <a:cubicBezTo>
                    <a:pt x="4590" y="587"/>
                    <a:pt x="2614" y="1347"/>
                    <a:pt x="730" y="2258"/>
                  </a:cubicBezTo>
                  <a:cubicBezTo>
                    <a:pt x="213" y="2502"/>
                    <a:pt x="0" y="3109"/>
                    <a:pt x="244" y="3596"/>
                  </a:cubicBezTo>
                  <a:cubicBezTo>
                    <a:pt x="426" y="3961"/>
                    <a:pt x="791" y="4173"/>
                    <a:pt x="1155" y="4173"/>
                  </a:cubicBezTo>
                  <a:cubicBezTo>
                    <a:pt x="1307" y="4173"/>
                    <a:pt x="1459" y="4143"/>
                    <a:pt x="1581" y="4082"/>
                  </a:cubicBezTo>
                  <a:cubicBezTo>
                    <a:pt x="3374" y="3201"/>
                    <a:pt x="5259" y="2502"/>
                    <a:pt x="7174" y="1985"/>
                  </a:cubicBezTo>
                  <a:cubicBezTo>
                    <a:pt x="7721" y="1833"/>
                    <a:pt x="8025" y="1286"/>
                    <a:pt x="7873" y="739"/>
                  </a:cubicBezTo>
                  <a:cubicBezTo>
                    <a:pt x="7747" y="287"/>
                    <a:pt x="7352" y="0"/>
                    <a:pt x="691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8818101" y="656855"/>
              <a:ext cx="228460" cy="119610"/>
            </a:xfrm>
            <a:custGeom>
              <a:avLst/>
              <a:gdLst/>
              <a:ahLst/>
              <a:cxnLst/>
              <a:rect l="l" t="t" r="r" b="b"/>
              <a:pathLst>
                <a:path w="8026" h="4202" extrusionOk="0">
                  <a:moveTo>
                    <a:pt x="1132" y="0"/>
                  </a:moveTo>
                  <a:cubicBezTo>
                    <a:pt x="683" y="0"/>
                    <a:pt x="280" y="309"/>
                    <a:pt x="153" y="767"/>
                  </a:cubicBezTo>
                  <a:cubicBezTo>
                    <a:pt x="1" y="1283"/>
                    <a:pt x="305" y="1861"/>
                    <a:pt x="852" y="2013"/>
                  </a:cubicBezTo>
                  <a:cubicBezTo>
                    <a:pt x="2767" y="2530"/>
                    <a:pt x="4651" y="3229"/>
                    <a:pt x="6445" y="4080"/>
                  </a:cubicBezTo>
                  <a:cubicBezTo>
                    <a:pt x="6566" y="4171"/>
                    <a:pt x="6718" y="4201"/>
                    <a:pt x="6870" y="4201"/>
                  </a:cubicBezTo>
                  <a:cubicBezTo>
                    <a:pt x="7265" y="4201"/>
                    <a:pt x="7600" y="3989"/>
                    <a:pt x="7782" y="3624"/>
                  </a:cubicBezTo>
                  <a:cubicBezTo>
                    <a:pt x="8025" y="3107"/>
                    <a:pt x="7812" y="2499"/>
                    <a:pt x="7296" y="2256"/>
                  </a:cubicBezTo>
                  <a:cubicBezTo>
                    <a:pt x="5411" y="1344"/>
                    <a:pt x="3435" y="615"/>
                    <a:pt x="1399" y="37"/>
                  </a:cubicBezTo>
                  <a:cubicBezTo>
                    <a:pt x="1309" y="12"/>
                    <a:pt x="1220" y="0"/>
                    <a:pt x="1132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8473760" y="622868"/>
              <a:ext cx="234495" cy="61171"/>
            </a:xfrm>
            <a:custGeom>
              <a:avLst/>
              <a:gdLst/>
              <a:ahLst/>
              <a:cxnLst/>
              <a:rect l="l" t="t" r="r" b="b"/>
              <a:pathLst>
                <a:path w="8238" h="2149" extrusionOk="0">
                  <a:moveTo>
                    <a:pt x="4119" y="0"/>
                  </a:moveTo>
                  <a:cubicBezTo>
                    <a:pt x="3063" y="0"/>
                    <a:pt x="2006" y="46"/>
                    <a:pt x="973" y="137"/>
                  </a:cubicBezTo>
                  <a:cubicBezTo>
                    <a:pt x="395" y="167"/>
                    <a:pt x="0" y="684"/>
                    <a:pt x="31" y="1231"/>
                  </a:cubicBezTo>
                  <a:cubicBezTo>
                    <a:pt x="91" y="1748"/>
                    <a:pt x="517" y="2143"/>
                    <a:pt x="1064" y="2143"/>
                  </a:cubicBezTo>
                  <a:lnTo>
                    <a:pt x="1155" y="2143"/>
                  </a:lnTo>
                  <a:cubicBezTo>
                    <a:pt x="2128" y="2052"/>
                    <a:pt x="3123" y="2006"/>
                    <a:pt x="4119" y="2006"/>
                  </a:cubicBezTo>
                  <a:cubicBezTo>
                    <a:pt x="5114" y="2006"/>
                    <a:pt x="6110" y="2052"/>
                    <a:pt x="7082" y="2143"/>
                  </a:cubicBezTo>
                  <a:cubicBezTo>
                    <a:pt x="7119" y="2147"/>
                    <a:pt x="7156" y="2149"/>
                    <a:pt x="7192" y="2149"/>
                  </a:cubicBezTo>
                  <a:cubicBezTo>
                    <a:pt x="7720" y="2149"/>
                    <a:pt x="8150" y="1743"/>
                    <a:pt x="8207" y="1231"/>
                  </a:cubicBezTo>
                  <a:cubicBezTo>
                    <a:pt x="8237" y="654"/>
                    <a:pt x="7842" y="167"/>
                    <a:pt x="7265" y="137"/>
                  </a:cubicBezTo>
                  <a:cubicBezTo>
                    <a:pt x="6231" y="46"/>
                    <a:pt x="5175" y="0"/>
                    <a:pt x="4119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9479115" y="1394013"/>
              <a:ext cx="64075" cy="144688"/>
            </a:xfrm>
            <a:custGeom>
              <a:avLst/>
              <a:gdLst/>
              <a:ahLst/>
              <a:cxnLst/>
              <a:rect l="l" t="t" r="r" b="b"/>
              <a:pathLst>
                <a:path w="2251" h="5083" extrusionOk="0">
                  <a:moveTo>
                    <a:pt x="1054" y="1"/>
                  </a:moveTo>
                  <a:cubicBezTo>
                    <a:pt x="1018" y="1"/>
                    <a:pt x="980" y="3"/>
                    <a:pt x="943" y="7"/>
                  </a:cubicBezTo>
                  <a:cubicBezTo>
                    <a:pt x="396" y="68"/>
                    <a:pt x="1" y="584"/>
                    <a:pt x="62" y="1131"/>
                  </a:cubicBezTo>
                  <a:cubicBezTo>
                    <a:pt x="153" y="2104"/>
                    <a:pt x="214" y="3077"/>
                    <a:pt x="214" y="4049"/>
                  </a:cubicBezTo>
                  <a:cubicBezTo>
                    <a:pt x="214" y="4627"/>
                    <a:pt x="670" y="5083"/>
                    <a:pt x="1217" y="5083"/>
                  </a:cubicBezTo>
                  <a:cubicBezTo>
                    <a:pt x="1794" y="5083"/>
                    <a:pt x="2250" y="4627"/>
                    <a:pt x="2250" y="4049"/>
                  </a:cubicBezTo>
                  <a:cubicBezTo>
                    <a:pt x="2250" y="3016"/>
                    <a:pt x="2189" y="1952"/>
                    <a:pt x="2068" y="919"/>
                  </a:cubicBezTo>
                  <a:cubicBezTo>
                    <a:pt x="2011" y="380"/>
                    <a:pt x="1559" y="1"/>
                    <a:pt x="1054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11332415" y="2544056"/>
              <a:ext cx="57129" cy="144517"/>
            </a:xfrm>
            <a:custGeom>
              <a:avLst/>
              <a:gdLst/>
              <a:ahLst/>
              <a:cxnLst/>
              <a:rect l="l" t="t" r="r" b="b"/>
              <a:pathLst>
                <a:path w="2007" h="5077" extrusionOk="0">
                  <a:moveTo>
                    <a:pt x="1004" y="0"/>
                  </a:moveTo>
                  <a:cubicBezTo>
                    <a:pt x="456" y="0"/>
                    <a:pt x="1" y="456"/>
                    <a:pt x="1" y="1034"/>
                  </a:cubicBezTo>
                  <a:lnTo>
                    <a:pt x="1" y="4073"/>
                  </a:lnTo>
                  <a:cubicBezTo>
                    <a:pt x="1" y="4621"/>
                    <a:pt x="456" y="5077"/>
                    <a:pt x="1004" y="5077"/>
                  </a:cubicBezTo>
                  <a:cubicBezTo>
                    <a:pt x="1581" y="5077"/>
                    <a:pt x="2007" y="4621"/>
                    <a:pt x="2007" y="4073"/>
                  </a:cubicBezTo>
                  <a:lnTo>
                    <a:pt x="2007" y="1034"/>
                  </a:lnTo>
                  <a:cubicBezTo>
                    <a:pt x="2007" y="456"/>
                    <a:pt x="1551" y="0"/>
                    <a:pt x="100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10317523" y="4462057"/>
              <a:ext cx="236231" cy="61627"/>
            </a:xfrm>
            <a:custGeom>
              <a:avLst/>
              <a:gdLst/>
              <a:ahLst/>
              <a:cxnLst/>
              <a:rect l="l" t="t" r="r" b="b"/>
              <a:pathLst>
                <a:path w="8299" h="2165" extrusionOk="0">
                  <a:moveTo>
                    <a:pt x="1046" y="1"/>
                  </a:moveTo>
                  <a:cubicBezTo>
                    <a:pt x="517" y="1"/>
                    <a:pt x="90" y="406"/>
                    <a:pt x="61" y="918"/>
                  </a:cubicBezTo>
                  <a:cubicBezTo>
                    <a:pt x="0" y="1465"/>
                    <a:pt x="396" y="1982"/>
                    <a:pt x="973" y="2013"/>
                  </a:cubicBezTo>
                  <a:cubicBezTo>
                    <a:pt x="2037" y="2104"/>
                    <a:pt x="3162" y="2165"/>
                    <a:pt x="4256" y="2165"/>
                  </a:cubicBezTo>
                  <a:cubicBezTo>
                    <a:pt x="5289" y="2165"/>
                    <a:pt x="6323" y="2134"/>
                    <a:pt x="7326" y="2043"/>
                  </a:cubicBezTo>
                  <a:cubicBezTo>
                    <a:pt x="7873" y="1982"/>
                    <a:pt x="8298" y="1496"/>
                    <a:pt x="8238" y="949"/>
                  </a:cubicBezTo>
                  <a:cubicBezTo>
                    <a:pt x="8208" y="392"/>
                    <a:pt x="7755" y="5"/>
                    <a:pt x="7206" y="5"/>
                  </a:cubicBezTo>
                  <a:cubicBezTo>
                    <a:pt x="7185" y="5"/>
                    <a:pt x="7164" y="5"/>
                    <a:pt x="7143" y="6"/>
                  </a:cubicBezTo>
                  <a:cubicBezTo>
                    <a:pt x="6156" y="98"/>
                    <a:pt x="5152" y="143"/>
                    <a:pt x="4149" y="143"/>
                  </a:cubicBezTo>
                  <a:cubicBezTo>
                    <a:pt x="3146" y="143"/>
                    <a:pt x="2143" y="98"/>
                    <a:pt x="1155" y="6"/>
                  </a:cubicBezTo>
                  <a:cubicBezTo>
                    <a:pt x="1118" y="3"/>
                    <a:pt x="1082" y="1"/>
                    <a:pt x="10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1" name="Google Shape;101;p15"/>
            <p:cNvSpPr/>
            <p:nvPr/>
          </p:nvSpPr>
          <p:spPr>
            <a:xfrm>
              <a:off x="10664483" y="4369375"/>
              <a:ext cx="230168" cy="119695"/>
            </a:xfrm>
            <a:custGeom>
              <a:avLst/>
              <a:gdLst/>
              <a:ahLst/>
              <a:cxnLst/>
              <a:rect l="l" t="t" r="r" b="b"/>
              <a:pathLst>
                <a:path w="8086" h="4205" extrusionOk="0">
                  <a:moveTo>
                    <a:pt x="6919" y="1"/>
                  </a:moveTo>
                  <a:cubicBezTo>
                    <a:pt x="6771" y="1"/>
                    <a:pt x="6619" y="33"/>
                    <a:pt x="6474" y="101"/>
                  </a:cubicBezTo>
                  <a:cubicBezTo>
                    <a:pt x="4681" y="983"/>
                    <a:pt x="2796" y="1682"/>
                    <a:pt x="882" y="2229"/>
                  </a:cubicBezTo>
                  <a:cubicBezTo>
                    <a:pt x="334" y="2351"/>
                    <a:pt x="0" y="2928"/>
                    <a:pt x="152" y="3445"/>
                  </a:cubicBezTo>
                  <a:cubicBezTo>
                    <a:pt x="274" y="3901"/>
                    <a:pt x="699" y="4205"/>
                    <a:pt x="1125" y="4205"/>
                  </a:cubicBezTo>
                  <a:cubicBezTo>
                    <a:pt x="1216" y="4205"/>
                    <a:pt x="1307" y="4205"/>
                    <a:pt x="1398" y="4174"/>
                  </a:cubicBezTo>
                  <a:cubicBezTo>
                    <a:pt x="3465" y="3627"/>
                    <a:pt x="5471" y="2867"/>
                    <a:pt x="7356" y="1955"/>
                  </a:cubicBezTo>
                  <a:cubicBezTo>
                    <a:pt x="7873" y="1682"/>
                    <a:pt x="8085" y="1104"/>
                    <a:pt x="7842" y="588"/>
                  </a:cubicBezTo>
                  <a:cubicBezTo>
                    <a:pt x="7667" y="215"/>
                    <a:pt x="7303" y="1"/>
                    <a:pt x="691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2" name="Google Shape;102;p15"/>
            <p:cNvSpPr/>
            <p:nvPr/>
          </p:nvSpPr>
          <p:spPr>
            <a:xfrm>
              <a:off x="9977481" y="4367496"/>
              <a:ext cx="229314" cy="120720"/>
            </a:xfrm>
            <a:custGeom>
              <a:avLst/>
              <a:gdLst/>
              <a:ahLst/>
              <a:cxnLst/>
              <a:rect l="l" t="t" r="r" b="b"/>
              <a:pathLst>
                <a:path w="8056" h="4241" extrusionOk="0">
                  <a:moveTo>
                    <a:pt x="1142" y="0"/>
                  </a:moveTo>
                  <a:cubicBezTo>
                    <a:pt x="768" y="0"/>
                    <a:pt x="415" y="198"/>
                    <a:pt x="244" y="562"/>
                  </a:cubicBezTo>
                  <a:cubicBezTo>
                    <a:pt x="1" y="1049"/>
                    <a:pt x="214" y="1657"/>
                    <a:pt x="700" y="1930"/>
                  </a:cubicBezTo>
                  <a:cubicBezTo>
                    <a:pt x="2615" y="2842"/>
                    <a:pt x="4621" y="3602"/>
                    <a:pt x="6658" y="4180"/>
                  </a:cubicBezTo>
                  <a:cubicBezTo>
                    <a:pt x="6749" y="4210"/>
                    <a:pt x="6840" y="4240"/>
                    <a:pt x="6931" y="4240"/>
                  </a:cubicBezTo>
                  <a:cubicBezTo>
                    <a:pt x="7387" y="4240"/>
                    <a:pt x="7782" y="3936"/>
                    <a:pt x="7904" y="3480"/>
                  </a:cubicBezTo>
                  <a:cubicBezTo>
                    <a:pt x="8056" y="2933"/>
                    <a:pt x="7752" y="2386"/>
                    <a:pt x="7205" y="2234"/>
                  </a:cubicBezTo>
                  <a:cubicBezTo>
                    <a:pt x="5259" y="1687"/>
                    <a:pt x="3375" y="988"/>
                    <a:pt x="1612" y="107"/>
                  </a:cubicBezTo>
                  <a:cubicBezTo>
                    <a:pt x="1459" y="35"/>
                    <a:pt x="1299" y="0"/>
                    <a:pt x="114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3" name="Google Shape;103;p15"/>
            <p:cNvSpPr/>
            <p:nvPr/>
          </p:nvSpPr>
          <p:spPr>
            <a:xfrm>
              <a:off x="10979420" y="4160868"/>
              <a:ext cx="194701" cy="175942"/>
            </a:xfrm>
            <a:custGeom>
              <a:avLst/>
              <a:gdLst/>
              <a:ahLst/>
              <a:cxnLst/>
              <a:rect l="l" t="t" r="r" b="b"/>
              <a:pathLst>
                <a:path w="6840" h="6181" extrusionOk="0">
                  <a:moveTo>
                    <a:pt x="5736" y="0"/>
                  </a:moveTo>
                  <a:cubicBezTo>
                    <a:pt x="5457" y="0"/>
                    <a:pt x="5181" y="115"/>
                    <a:pt x="4985" y="344"/>
                  </a:cubicBezTo>
                  <a:cubicBezTo>
                    <a:pt x="3648" y="1803"/>
                    <a:pt x="2158" y="3141"/>
                    <a:pt x="547" y="4326"/>
                  </a:cubicBezTo>
                  <a:cubicBezTo>
                    <a:pt x="91" y="4660"/>
                    <a:pt x="0" y="5299"/>
                    <a:pt x="334" y="5755"/>
                  </a:cubicBezTo>
                  <a:cubicBezTo>
                    <a:pt x="547" y="6028"/>
                    <a:pt x="851" y="6180"/>
                    <a:pt x="1155" y="6180"/>
                  </a:cubicBezTo>
                  <a:cubicBezTo>
                    <a:pt x="1368" y="6180"/>
                    <a:pt x="1581" y="6119"/>
                    <a:pt x="1733" y="5967"/>
                  </a:cubicBezTo>
                  <a:cubicBezTo>
                    <a:pt x="3465" y="4691"/>
                    <a:pt x="5046" y="3262"/>
                    <a:pt x="6474" y="1682"/>
                  </a:cubicBezTo>
                  <a:cubicBezTo>
                    <a:pt x="6839" y="1286"/>
                    <a:pt x="6839" y="648"/>
                    <a:pt x="6414" y="253"/>
                  </a:cubicBezTo>
                  <a:cubicBezTo>
                    <a:pt x="6217" y="85"/>
                    <a:pt x="5975" y="0"/>
                    <a:pt x="573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9698894" y="4156542"/>
              <a:ext cx="194701" cy="176796"/>
            </a:xfrm>
            <a:custGeom>
              <a:avLst/>
              <a:gdLst/>
              <a:ahLst/>
              <a:cxnLst/>
              <a:rect l="l" t="t" r="r" b="b"/>
              <a:pathLst>
                <a:path w="6840" h="6211" extrusionOk="0">
                  <a:moveTo>
                    <a:pt x="1111" y="0"/>
                  </a:moveTo>
                  <a:cubicBezTo>
                    <a:pt x="873" y="0"/>
                    <a:pt x="639" y="85"/>
                    <a:pt x="456" y="253"/>
                  </a:cubicBezTo>
                  <a:cubicBezTo>
                    <a:pt x="31" y="648"/>
                    <a:pt x="0" y="1286"/>
                    <a:pt x="365" y="1682"/>
                  </a:cubicBezTo>
                  <a:cubicBezTo>
                    <a:pt x="1763" y="3262"/>
                    <a:pt x="3374" y="4721"/>
                    <a:pt x="5077" y="5998"/>
                  </a:cubicBezTo>
                  <a:cubicBezTo>
                    <a:pt x="5259" y="6150"/>
                    <a:pt x="5472" y="6211"/>
                    <a:pt x="5684" y="6211"/>
                  </a:cubicBezTo>
                  <a:cubicBezTo>
                    <a:pt x="5988" y="6211"/>
                    <a:pt x="6292" y="6059"/>
                    <a:pt x="6505" y="5785"/>
                  </a:cubicBezTo>
                  <a:cubicBezTo>
                    <a:pt x="6839" y="5359"/>
                    <a:pt x="6748" y="4721"/>
                    <a:pt x="6292" y="4387"/>
                  </a:cubicBezTo>
                  <a:cubicBezTo>
                    <a:pt x="4681" y="3171"/>
                    <a:pt x="3192" y="1803"/>
                    <a:pt x="1885" y="344"/>
                  </a:cubicBezTo>
                  <a:cubicBezTo>
                    <a:pt x="1672" y="115"/>
                    <a:pt x="1389" y="0"/>
                    <a:pt x="1111" y="0"/>
                  </a:cubicBezTo>
                  <a:close/>
                </a:path>
              </a:pathLst>
            </a:custGeom>
            <a:solidFill>
              <a:schemeClr val="bg2">
                <a:lumMod val="65000"/>
              </a:scheme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5" name="Google Shape;105;p15"/>
            <p:cNvSpPr/>
            <p:nvPr/>
          </p:nvSpPr>
          <p:spPr>
            <a:xfrm>
              <a:off x="11213886" y="3859396"/>
              <a:ext cx="138454" cy="217843"/>
            </a:xfrm>
            <a:custGeom>
              <a:avLst/>
              <a:gdLst/>
              <a:ahLst/>
              <a:cxnLst/>
              <a:rect l="l" t="t" r="r" b="b"/>
              <a:pathLst>
                <a:path w="4864" h="7653" extrusionOk="0">
                  <a:moveTo>
                    <a:pt x="3731" y="0"/>
                  </a:moveTo>
                  <a:cubicBezTo>
                    <a:pt x="3312" y="0"/>
                    <a:pt x="2913" y="278"/>
                    <a:pt x="2766" y="692"/>
                  </a:cubicBezTo>
                  <a:cubicBezTo>
                    <a:pt x="2158" y="2576"/>
                    <a:pt x="1307" y="4400"/>
                    <a:pt x="304" y="6133"/>
                  </a:cubicBezTo>
                  <a:cubicBezTo>
                    <a:pt x="0" y="6619"/>
                    <a:pt x="183" y="7227"/>
                    <a:pt x="639" y="7500"/>
                  </a:cubicBezTo>
                  <a:cubicBezTo>
                    <a:pt x="821" y="7622"/>
                    <a:pt x="1003" y="7652"/>
                    <a:pt x="1155" y="7652"/>
                  </a:cubicBezTo>
                  <a:cubicBezTo>
                    <a:pt x="1520" y="7652"/>
                    <a:pt x="1854" y="7470"/>
                    <a:pt x="2037" y="7166"/>
                  </a:cubicBezTo>
                  <a:cubicBezTo>
                    <a:pt x="3131" y="5312"/>
                    <a:pt x="4013" y="3367"/>
                    <a:pt x="4681" y="1330"/>
                  </a:cubicBezTo>
                  <a:cubicBezTo>
                    <a:pt x="4864" y="813"/>
                    <a:pt x="4590" y="236"/>
                    <a:pt x="4043" y="54"/>
                  </a:cubicBezTo>
                  <a:cubicBezTo>
                    <a:pt x="3940" y="17"/>
                    <a:pt x="3835" y="0"/>
                    <a:pt x="373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6" name="Google Shape;106;p15"/>
            <p:cNvSpPr/>
            <p:nvPr/>
          </p:nvSpPr>
          <p:spPr>
            <a:xfrm>
              <a:off x="9522382" y="3854528"/>
              <a:ext cx="137600" cy="218383"/>
            </a:xfrm>
            <a:custGeom>
              <a:avLst/>
              <a:gdLst/>
              <a:ahLst/>
              <a:cxnLst/>
              <a:rect l="l" t="t" r="r" b="b"/>
              <a:pathLst>
                <a:path w="4834" h="7672" extrusionOk="0">
                  <a:moveTo>
                    <a:pt x="1127" y="0"/>
                  </a:moveTo>
                  <a:cubicBezTo>
                    <a:pt x="1026" y="0"/>
                    <a:pt x="923" y="14"/>
                    <a:pt x="821" y="42"/>
                  </a:cubicBezTo>
                  <a:cubicBezTo>
                    <a:pt x="305" y="225"/>
                    <a:pt x="1" y="802"/>
                    <a:pt x="183" y="1319"/>
                  </a:cubicBezTo>
                  <a:cubicBezTo>
                    <a:pt x="821" y="3325"/>
                    <a:pt x="1703" y="5301"/>
                    <a:pt x="2797" y="7155"/>
                  </a:cubicBezTo>
                  <a:cubicBezTo>
                    <a:pt x="2980" y="7489"/>
                    <a:pt x="3314" y="7671"/>
                    <a:pt x="3679" y="7671"/>
                  </a:cubicBezTo>
                  <a:cubicBezTo>
                    <a:pt x="3861" y="7671"/>
                    <a:pt x="4013" y="7611"/>
                    <a:pt x="4195" y="7519"/>
                  </a:cubicBezTo>
                  <a:cubicBezTo>
                    <a:pt x="4651" y="7246"/>
                    <a:pt x="4834" y="6608"/>
                    <a:pt x="4560" y="6121"/>
                  </a:cubicBezTo>
                  <a:cubicBezTo>
                    <a:pt x="3527" y="4389"/>
                    <a:pt x="2706" y="2565"/>
                    <a:pt x="2098" y="680"/>
                  </a:cubicBezTo>
                  <a:cubicBezTo>
                    <a:pt x="1974" y="260"/>
                    <a:pt x="1569" y="0"/>
                    <a:pt x="112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7" name="Google Shape;107;p15"/>
            <p:cNvSpPr/>
            <p:nvPr/>
          </p:nvSpPr>
          <p:spPr>
            <a:xfrm>
              <a:off x="11326351" y="3512236"/>
              <a:ext cx="63192" cy="233612"/>
            </a:xfrm>
            <a:custGeom>
              <a:avLst/>
              <a:gdLst/>
              <a:ahLst/>
              <a:cxnLst/>
              <a:rect l="l" t="t" r="r" b="b"/>
              <a:pathLst>
                <a:path w="2220" h="8207" extrusionOk="0">
                  <a:moveTo>
                    <a:pt x="1217" y="0"/>
                  </a:moveTo>
                  <a:cubicBezTo>
                    <a:pt x="669" y="0"/>
                    <a:pt x="214" y="426"/>
                    <a:pt x="214" y="1003"/>
                  </a:cubicBezTo>
                  <a:lnTo>
                    <a:pt x="214" y="4377"/>
                  </a:lnTo>
                  <a:cubicBezTo>
                    <a:pt x="214" y="5289"/>
                    <a:pt x="153" y="6201"/>
                    <a:pt x="62" y="7082"/>
                  </a:cubicBezTo>
                  <a:cubicBezTo>
                    <a:pt x="1" y="7629"/>
                    <a:pt x="426" y="8146"/>
                    <a:pt x="973" y="8207"/>
                  </a:cubicBezTo>
                  <a:lnTo>
                    <a:pt x="1065" y="8207"/>
                  </a:lnTo>
                  <a:cubicBezTo>
                    <a:pt x="1581" y="8207"/>
                    <a:pt x="2037" y="7812"/>
                    <a:pt x="2098" y="7295"/>
                  </a:cubicBezTo>
                  <a:cubicBezTo>
                    <a:pt x="2189" y="6322"/>
                    <a:pt x="2220" y="5350"/>
                    <a:pt x="2220" y="4377"/>
                  </a:cubicBezTo>
                  <a:lnTo>
                    <a:pt x="2220" y="1003"/>
                  </a:lnTo>
                  <a:cubicBezTo>
                    <a:pt x="2220" y="426"/>
                    <a:pt x="1764" y="0"/>
                    <a:pt x="12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8" name="Google Shape;108;p15"/>
            <p:cNvSpPr/>
            <p:nvPr/>
          </p:nvSpPr>
          <p:spPr>
            <a:xfrm>
              <a:off x="9486915" y="3506173"/>
              <a:ext cx="63192" cy="233641"/>
            </a:xfrm>
            <a:custGeom>
              <a:avLst/>
              <a:gdLst/>
              <a:ahLst/>
              <a:cxnLst/>
              <a:rect l="l" t="t" r="r" b="b"/>
              <a:pathLst>
                <a:path w="2220" h="8208" extrusionOk="0">
                  <a:moveTo>
                    <a:pt x="1034" y="0"/>
                  </a:moveTo>
                  <a:cubicBezTo>
                    <a:pt x="456" y="0"/>
                    <a:pt x="1" y="456"/>
                    <a:pt x="1" y="1034"/>
                  </a:cubicBezTo>
                  <a:lnTo>
                    <a:pt x="1" y="4590"/>
                  </a:lnTo>
                  <a:cubicBezTo>
                    <a:pt x="1" y="5502"/>
                    <a:pt x="61" y="6414"/>
                    <a:pt x="122" y="7295"/>
                  </a:cubicBezTo>
                  <a:cubicBezTo>
                    <a:pt x="183" y="7812"/>
                    <a:pt x="639" y="8207"/>
                    <a:pt x="1156" y="8207"/>
                  </a:cubicBezTo>
                  <a:lnTo>
                    <a:pt x="1247" y="8207"/>
                  </a:lnTo>
                  <a:cubicBezTo>
                    <a:pt x="1794" y="8177"/>
                    <a:pt x="2219" y="7660"/>
                    <a:pt x="2159" y="7113"/>
                  </a:cubicBezTo>
                  <a:cubicBezTo>
                    <a:pt x="2067" y="6292"/>
                    <a:pt x="2037" y="5441"/>
                    <a:pt x="2037" y="4590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09" name="Google Shape;109;p15"/>
            <p:cNvSpPr/>
            <p:nvPr/>
          </p:nvSpPr>
          <p:spPr>
            <a:xfrm>
              <a:off x="11332415" y="3159214"/>
              <a:ext cx="57129" cy="234495"/>
            </a:xfrm>
            <a:custGeom>
              <a:avLst/>
              <a:gdLst/>
              <a:ahLst/>
              <a:cxnLst/>
              <a:rect l="l" t="t" r="r" b="b"/>
              <a:pathLst>
                <a:path w="2007" h="8238" extrusionOk="0">
                  <a:moveTo>
                    <a:pt x="1004" y="1"/>
                  </a:moveTo>
                  <a:cubicBezTo>
                    <a:pt x="456" y="1"/>
                    <a:pt x="1" y="457"/>
                    <a:pt x="1" y="1034"/>
                  </a:cubicBezTo>
                  <a:lnTo>
                    <a:pt x="1" y="7204"/>
                  </a:lnTo>
                  <a:cubicBezTo>
                    <a:pt x="1" y="7782"/>
                    <a:pt x="456" y="8238"/>
                    <a:pt x="1004" y="8238"/>
                  </a:cubicBezTo>
                  <a:cubicBezTo>
                    <a:pt x="1581" y="8238"/>
                    <a:pt x="2007" y="7782"/>
                    <a:pt x="2007" y="7204"/>
                  </a:cubicBezTo>
                  <a:lnTo>
                    <a:pt x="2007" y="1034"/>
                  </a:lnTo>
                  <a:cubicBezTo>
                    <a:pt x="2007" y="457"/>
                    <a:pt x="1551" y="1"/>
                    <a:pt x="10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0" name="Google Shape;110;p15"/>
            <p:cNvSpPr/>
            <p:nvPr/>
          </p:nvSpPr>
          <p:spPr>
            <a:xfrm>
              <a:off x="9486915" y="3154033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34" y="0"/>
                  </a:moveTo>
                  <a:cubicBezTo>
                    <a:pt x="456" y="0"/>
                    <a:pt x="1" y="456"/>
                    <a:pt x="1" y="1003"/>
                  </a:cubicBezTo>
                  <a:lnTo>
                    <a:pt x="1" y="7204"/>
                  </a:lnTo>
                  <a:cubicBezTo>
                    <a:pt x="1" y="7751"/>
                    <a:pt x="456" y="8207"/>
                    <a:pt x="1034" y="8207"/>
                  </a:cubicBezTo>
                  <a:cubicBezTo>
                    <a:pt x="1581" y="8207"/>
                    <a:pt x="2037" y="7751"/>
                    <a:pt x="2037" y="7204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1" name="Google Shape;111;p15"/>
            <p:cNvSpPr/>
            <p:nvPr/>
          </p:nvSpPr>
          <p:spPr>
            <a:xfrm>
              <a:off x="11332415" y="2807073"/>
              <a:ext cx="57129" cy="233641"/>
            </a:xfrm>
            <a:custGeom>
              <a:avLst/>
              <a:gdLst/>
              <a:ahLst/>
              <a:cxnLst/>
              <a:rect l="l" t="t" r="r" b="b"/>
              <a:pathLst>
                <a:path w="2007" h="8208" extrusionOk="0">
                  <a:moveTo>
                    <a:pt x="1004" y="1"/>
                  </a:moveTo>
                  <a:cubicBezTo>
                    <a:pt x="456" y="1"/>
                    <a:pt x="1" y="457"/>
                    <a:pt x="1" y="1004"/>
                  </a:cubicBezTo>
                  <a:lnTo>
                    <a:pt x="1" y="7204"/>
                  </a:lnTo>
                  <a:cubicBezTo>
                    <a:pt x="1" y="7752"/>
                    <a:pt x="456" y="8208"/>
                    <a:pt x="1004" y="8208"/>
                  </a:cubicBezTo>
                  <a:cubicBezTo>
                    <a:pt x="1581" y="8208"/>
                    <a:pt x="2007" y="7752"/>
                    <a:pt x="2007" y="7204"/>
                  </a:cubicBezTo>
                  <a:lnTo>
                    <a:pt x="2007" y="1004"/>
                  </a:lnTo>
                  <a:cubicBezTo>
                    <a:pt x="2007" y="457"/>
                    <a:pt x="1551" y="1"/>
                    <a:pt x="100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9486915" y="2801010"/>
              <a:ext cx="58012" cy="234523"/>
            </a:xfrm>
            <a:custGeom>
              <a:avLst/>
              <a:gdLst/>
              <a:ahLst/>
              <a:cxnLst/>
              <a:rect l="l" t="t" r="r" b="b"/>
              <a:pathLst>
                <a:path w="2038" h="8239" extrusionOk="0">
                  <a:moveTo>
                    <a:pt x="1034" y="1"/>
                  </a:moveTo>
                  <a:cubicBezTo>
                    <a:pt x="456" y="1"/>
                    <a:pt x="1" y="457"/>
                    <a:pt x="1" y="1034"/>
                  </a:cubicBezTo>
                  <a:lnTo>
                    <a:pt x="1" y="7235"/>
                  </a:lnTo>
                  <a:cubicBezTo>
                    <a:pt x="1" y="7782"/>
                    <a:pt x="456" y="8238"/>
                    <a:pt x="1034" y="8238"/>
                  </a:cubicBezTo>
                  <a:cubicBezTo>
                    <a:pt x="1581" y="8238"/>
                    <a:pt x="2037" y="7782"/>
                    <a:pt x="2037" y="723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9486915" y="2448869"/>
              <a:ext cx="58012" cy="234523"/>
            </a:xfrm>
            <a:custGeom>
              <a:avLst/>
              <a:gdLst/>
              <a:ahLst/>
              <a:cxnLst/>
              <a:rect l="l" t="t" r="r" b="b"/>
              <a:pathLst>
                <a:path w="2038" h="8239" extrusionOk="0">
                  <a:moveTo>
                    <a:pt x="1034" y="1"/>
                  </a:moveTo>
                  <a:cubicBezTo>
                    <a:pt x="456" y="1"/>
                    <a:pt x="1" y="457"/>
                    <a:pt x="1" y="1034"/>
                  </a:cubicBezTo>
                  <a:lnTo>
                    <a:pt x="1" y="7205"/>
                  </a:lnTo>
                  <a:cubicBezTo>
                    <a:pt x="1" y="7782"/>
                    <a:pt x="456" y="8238"/>
                    <a:pt x="1034" y="8238"/>
                  </a:cubicBezTo>
                  <a:cubicBezTo>
                    <a:pt x="1581" y="8238"/>
                    <a:pt x="2037" y="7782"/>
                    <a:pt x="2037" y="7205"/>
                  </a:cubicBezTo>
                  <a:lnTo>
                    <a:pt x="2037" y="103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9486915" y="2096729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34" y="1"/>
                  </a:moveTo>
                  <a:cubicBezTo>
                    <a:pt x="456" y="1"/>
                    <a:pt x="1" y="457"/>
                    <a:pt x="1" y="1004"/>
                  </a:cubicBezTo>
                  <a:lnTo>
                    <a:pt x="1" y="7205"/>
                  </a:lnTo>
                  <a:cubicBezTo>
                    <a:pt x="1" y="7752"/>
                    <a:pt x="456" y="8208"/>
                    <a:pt x="1034" y="8208"/>
                  </a:cubicBezTo>
                  <a:cubicBezTo>
                    <a:pt x="1581" y="8208"/>
                    <a:pt x="2037" y="778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9486915" y="1744588"/>
              <a:ext cx="58012" cy="233641"/>
            </a:xfrm>
            <a:custGeom>
              <a:avLst/>
              <a:gdLst/>
              <a:ahLst/>
              <a:cxnLst/>
              <a:rect l="l" t="t" r="r" b="b"/>
              <a:pathLst>
                <a:path w="2038" h="8208" extrusionOk="0">
                  <a:moveTo>
                    <a:pt x="1034" y="1"/>
                  </a:moveTo>
                  <a:cubicBezTo>
                    <a:pt x="456" y="1"/>
                    <a:pt x="1" y="457"/>
                    <a:pt x="1" y="1004"/>
                  </a:cubicBezTo>
                  <a:lnTo>
                    <a:pt x="1" y="7205"/>
                  </a:lnTo>
                  <a:cubicBezTo>
                    <a:pt x="1" y="7752"/>
                    <a:pt x="456" y="8208"/>
                    <a:pt x="1034" y="8208"/>
                  </a:cubicBezTo>
                  <a:cubicBezTo>
                    <a:pt x="1581" y="8208"/>
                    <a:pt x="2037" y="7752"/>
                    <a:pt x="2037" y="7205"/>
                  </a:cubicBezTo>
                  <a:lnTo>
                    <a:pt x="2037" y="1004"/>
                  </a:lnTo>
                  <a:cubicBezTo>
                    <a:pt x="2037" y="457"/>
                    <a:pt x="1581" y="1"/>
                    <a:pt x="1034" y="1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9486915" y="1480718"/>
              <a:ext cx="58012" cy="144517"/>
            </a:xfrm>
            <a:custGeom>
              <a:avLst/>
              <a:gdLst/>
              <a:ahLst/>
              <a:cxnLst/>
              <a:rect l="l" t="t" r="r" b="b"/>
              <a:pathLst>
                <a:path w="2038" h="5077" extrusionOk="0">
                  <a:moveTo>
                    <a:pt x="1034" y="0"/>
                  </a:moveTo>
                  <a:cubicBezTo>
                    <a:pt x="456" y="0"/>
                    <a:pt x="1" y="456"/>
                    <a:pt x="1" y="1003"/>
                  </a:cubicBezTo>
                  <a:lnTo>
                    <a:pt x="1" y="4043"/>
                  </a:lnTo>
                  <a:cubicBezTo>
                    <a:pt x="1" y="4620"/>
                    <a:pt x="456" y="5076"/>
                    <a:pt x="1034" y="5076"/>
                  </a:cubicBezTo>
                  <a:cubicBezTo>
                    <a:pt x="1581" y="5076"/>
                    <a:pt x="2037" y="4620"/>
                    <a:pt x="2037" y="4043"/>
                  </a:cubicBezTo>
                  <a:lnTo>
                    <a:pt x="2037" y="1003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3814954" y="966151"/>
              <a:ext cx="413596" cy="413596"/>
            </a:xfrm>
            <a:custGeom>
              <a:avLst/>
              <a:gdLst/>
              <a:ahLst/>
              <a:cxnLst/>
              <a:rect l="l" t="t" r="r" b="b"/>
              <a:pathLst>
                <a:path w="14530" h="14530" extrusionOk="0">
                  <a:moveTo>
                    <a:pt x="7265" y="1"/>
                  </a:moveTo>
                  <a:cubicBezTo>
                    <a:pt x="3253" y="1"/>
                    <a:pt x="0" y="3253"/>
                    <a:pt x="0" y="7265"/>
                  </a:cubicBezTo>
                  <a:cubicBezTo>
                    <a:pt x="0" y="11278"/>
                    <a:pt x="3253" y="14530"/>
                    <a:pt x="7265" y="14530"/>
                  </a:cubicBezTo>
                  <a:cubicBezTo>
                    <a:pt x="11277" y="14530"/>
                    <a:pt x="14530" y="11278"/>
                    <a:pt x="14530" y="7265"/>
                  </a:cubicBezTo>
                  <a:cubicBezTo>
                    <a:pt x="14530" y="3253"/>
                    <a:pt x="11277" y="1"/>
                    <a:pt x="72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2" name="Google Shape;122;p15"/>
            <p:cNvSpPr/>
            <p:nvPr/>
          </p:nvSpPr>
          <p:spPr>
            <a:xfrm>
              <a:off x="7544098" y="970778"/>
              <a:ext cx="413596" cy="414479"/>
            </a:xfrm>
            <a:custGeom>
              <a:avLst/>
              <a:gdLst/>
              <a:ahLst/>
              <a:cxnLst/>
              <a:rect l="l" t="t" r="r" b="b"/>
              <a:pathLst>
                <a:path w="14530" h="14561" extrusionOk="0">
                  <a:moveTo>
                    <a:pt x="7265" y="1"/>
                  </a:moveTo>
                  <a:cubicBezTo>
                    <a:pt x="3253" y="1"/>
                    <a:pt x="0" y="3253"/>
                    <a:pt x="0" y="7265"/>
                  </a:cubicBezTo>
                  <a:cubicBezTo>
                    <a:pt x="0" y="11308"/>
                    <a:pt x="3253" y="14560"/>
                    <a:pt x="7265" y="14560"/>
                  </a:cubicBezTo>
                  <a:cubicBezTo>
                    <a:pt x="11277" y="14560"/>
                    <a:pt x="14530" y="11308"/>
                    <a:pt x="14530" y="7265"/>
                  </a:cubicBezTo>
                  <a:cubicBezTo>
                    <a:pt x="14530" y="3253"/>
                    <a:pt x="11277" y="1"/>
                    <a:pt x="726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5811084" y="3566735"/>
              <a:ext cx="57983" cy="234495"/>
            </a:xfrm>
            <a:custGeom>
              <a:avLst/>
              <a:gdLst/>
              <a:ahLst/>
              <a:cxnLst/>
              <a:rect l="l" t="t" r="r" b="b"/>
              <a:pathLst>
                <a:path w="2037" h="8238" extrusionOk="0">
                  <a:moveTo>
                    <a:pt x="1034" y="0"/>
                  </a:moveTo>
                  <a:cubicBezTo>
                    <a:pt x="456" y="0"/>
                    <a:pt x="0" y="456"/>
                    <a:pt x="0" y="1034"/>
                  </a:cubicBezTo>
                  <a:lnTo>
                    <a:pt x="0" y="7204"/>
                  </a:lnTo>
                  <a:cubicBezTo>
                    <a:pt x="0" y="7782"/>
                    <a:pt x="456" y="8237"/>
                    <a:pt x="1034" y="8237"/>
                  </a:cubicBezTo>
                  <a:cubicBezTo>
                    <a:pt x="1581" y="8237"/>
                    <a:pt x="2037" y="7782"/>
                    <a:pt x="2037" y="7204"/>
                  </a:cubicBezTo>
                  <a:lnTo>
                    <a:pt x="2037" y="1034"/>
                  </a:lnTo>
                  <a:cubicBezTo>
                    <a:pt x="2037" y="456"/>
                    <a:pt x="1581" y="0"/>
                    <a:pt x="1034" y="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E281D7F0-DEA3-CA7C-18B0-9499D70DD9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7" y="3321033"/>
            <a:ext cx="1319463" cy="1319463"/>
          </a:xfrm>
          <a:prstGeom prst="rect">
            <a:avLst/>
          </a:prstGeom>
        </p:spPr>
      </p:pic>
      <p:sp>
        <p:nvSpPr>
          <p:cNvPr id="138" name="Google Shape;367;p19">
            <a:extLst>
              <a:ext uri="{FF2B5EF4-FFF2-40B4-BE49-F238E27FC236}">
                <a16:creationId xmlns:a16="http://schemas.microsoft.com/office/drawing/2014/main" id="{BE93533B-4E6D-48B4-A50F-85DA670C6D94}"/>
              </a:ext>
            </a:extLst>
          </p:cNvPr>
          <p:cNvSpPr txBox="1"/>
          <p:nvPr/>
        </p:nvSpPr>
        <p:spPr>
          <a:xfrm>
            <a:off x="630234" y="1605217"/>
            <a:ext cx="2545420" cy="1606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Lab 1</a:t>
            </a:r>
          </a:p>
          <a:p>
            <a:pPr algn="ctr"/>
            <a:r>
              <a:rPr lang="en-GB" sz="1867" b="1" dirty="0">
                <a:solidFill>
                  <a:schemeClr val="accent2">
                    <a:lumMod val="75000"/>
                  </a:schemeClr>
                </a:solidFill>
                <a:ea typeface="Roboto"/>
                <a:cs typeface="Roboto"/>
                <a:sym typeface="Roboto"/>
              </a:rPr>
              <a:t>14:35</a:t>
            </a:r>
          </a:p>
        </p:txBody>
      </p:sp>
      <p:sp>
        <p:nvSpPr>
          <p:cNvPr id="146" name="Google Shape;367;p19">
            <a:extLst>
              <a:ext uri="{FF2B5EF4-FFF2-40B4-BE49-F238E27FC236}">
                <a16:creationId xmlns:a16="http://schemas.microsoft.com/office/drawing/2014/main" id="{9D0E2FA1-98A1-B64A-CD5A-30A7DF53B9EB}"/>
              </a:ext>
            </a:extLst>
          </p:cNvPr>
          <p:cNvSpPr txBox="1"/>
          <p:nvPr/>
        </p:nvSpPr>
        <p:spPr>
          <a:xfrm>
            <a:off x="6187495" y="3630923"/>
            <a:ext cx="2128752" cy="1036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Lab 4</a:t>
            </a:r>
          </a:p>
        </p:txBody>
      </p:sp>
      <p:sp>
        <p:nvSpPr>
          <p:cNvPr id="153" name="Google Shape;367;p19">
            <a:extLst>
              <a:ext uri="{FF2B5EF4-FFF2-40B4-BE49-F238E27FC236}">
                <a16:creationId xmlns:a16="http://schemas.microsoft.com/office/drawing/2014/main" id="{7F9DAEC3-0729-8FD7-055F-767B21158A92}"/>
              </a:ext>
            </a:extLst>
          </p:cNvPr>
          <p:cNvSpPr txBox="1"/>
          <p:nvPr/>
        </p:nvSpPr>
        <p:spPr>
          <a:xfrm>
            <a:off x="3513570" y="4719884"/>
            <a:ext cx="2166495" cy="91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Lab 2</a:t>
            </a:r>
          </a:p>
        </p:txBody>
      </p:sp>
      <p:sp>
        <p:nvSpPr>
          <p:cNvPr id="155" name="Google Shape;367;p19">
            <a:extLst>
              <a:ext uri="{FF2B5EF4-FFF2-40B4-BE49-F238E27FC236}">
                <a16:creationId xmlns:a16="http://schemas.microsoft.com/office/drawing/2014/main" id="{617E0FAE-3B9A-77C4-A9FA-BF2F8B050D6A}"/>
              </a:ext>
            </a:extLst>
          </p:cNvPr>
          <p:cNvSpPr txBox="1"/>
          <p:nvPr/>
        </p:nvSpPr>
        <p:spPr>
          <a:xfrm>
            <a:off x="6371827" y="1468315"/>
            <a:ext cx="1697039" cy="9258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Lab 3</a:t>
            </a:r>
          </a:p>
        </p:txBody>
      </p:sp>
      <p:sp>
        <p:nvSpPr>
          <p:cNvPr id="158" name="Google Shape;367;p19">
            <a:extLst>
              <a:ext uri="{FF2B5EF4-FFF2-40B4-BE49-F238E27FC236}">
                <a16:creationId xmlns:a16="http://schemas.microsoft.com/office/drawing/2014/main" id="{5A740E31-C2E3-D818-4A46-AA7A4D3F5F0C}"/>
              </a:ext>
            </a:extLst>
          </p:cNvPr>
          <p:cNvSpPr txBox="1"/>
          <p:nvPr/>
        </p:nvSpPr>
        <p:spPr>
          <a:xfrm>
            <a:off x="8577113" y="4443075"/>
            <a:ext cx="2182227" cy="976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24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Lab 5</a:t>
            </a:r>
          </a:p>
        </p:txBody>
      </p:sp>
      <p:grpSp>
        <p:nvGrpSpPr>
          <p:cNvPr id="163" name="Google Shape;348;p19">
            <a:extLst>
              <a:ext uri="{FF2B5EF4-FFF2-40B4-BE49-F238E27FC236}">
                <a16:creationId xmlns:a16="http://schemas.microsoft.com/office/drawing/2014/main" id="{F65BB252-4233-F0C9-D813-2D2550D2869B}"/>
              </a:ext>
            </a:extLst>
          </p:cNvPr>
          <p:cNvGrpSpPr/>
          <p:nvPr/>
        </p:nvGrpSpPr>
        <p:grpSpPr>
          <a:xfrm rot="5400000" flipH="1" flipV="1">
            <a:off x="3872106" y="4014084"/>
            <a:ext cx="372916" cy="1038680"/>
            <a:chOff x="6215336" y="1495425"/>
            <a:chExt cx="194700" cy="437813"/>
          </a:xfrm>
        </p:grpSpPr>
        <p:cxnSp>
          <p:nvCxnSpPr>
            <p:cNvPr id="164" name="Google Shape;349;p19">
              <a:extLst>
                <a:ext uri="{FF2B5EF4-FFF2-40B4-BE49-F238E27FC236}">
                  <a16:creationId xmlns:a16="http://schemas.microsoft.com/office/drawing/2014/main" id="{522473EA-0BEA-3E1C-3200-A428DDB2535E}"/>
                </a:ext>
              </a:extLst>
            </p:cNvPr>
            <p:cNvCxnSpPr/>
            <p:nvPr/>
          </p:nvCxnSpPr>
          <p:spPr>
            <a:xfrm>
              <a:off x="6410036" y="1495425"/>
              <a:ext cx="0" cy="4356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65" name="Google Shape;350;p19">
              <a:extLst>
                <a:ext uri="{FF2B5EF4-FFF2-40B4-BE49-F238E27FC236}">
                  <a16:creationId xmlns:a16="http://schemas.microsoft.com/office/drawing/2014/main" id="{521977C8-86BC-1764-73DC-520C13E10765}"/>
                </a:ext>
              </a:extLst>
            </p:cNvPr>
            <p:cNvCxnSpPr/>
            <p:nvPr/>
          </p:nvCxnSpPr>
          <p:spPr>
            <a:xfrm>
              <a:off x="6215336" y="1931138"/>
              <a:ext cx="194700" cy="2100"/>
            </a:xfrm>
            <a:prstGeom prst="straightConnector1">
              <a:avLst/>
            </a:prstGeom>
            <a:noFill/>
            <a:ln w="9525" cap="flat" cmpd="sng">
              <a:solidFill>
                <a:srgbClr val="434343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pic>
        <p:nvPicPr>
          <p:cNvPr id="184" name="Picture Placeholder 16">
            <a:extLst>
              <a:ext uri="{FF2B5EF4-FFF2-40B4-BE49-F238E27FC236}">
                <a16:creationId xmlns:a16="http://schemas.microsoft.com/office/drawing/2014/main" id="{FBC5F02A-CF18-DB0D-73A1-C12933D532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453" r="1453"/>
          <a:stretch/>
        </p:blipFill>
        <p:spPr>
          <a:xfrm>
            <a:off x="349560" y="915790"/>
            <a:ext cx="579232" cy="596573"/>
          </a:xfrm>
          <a:prstGeom prst="rect">
            <a:avLst/>
          </a:prstGeom>
        </p:spPr>
      </p:pic>
      <p:pic>
        <p:nvPicPr>
          <p:cNvPr id="190" name="Picture Placeholder 16">
            <a:extLst>
              <a:ext uri="{FF2B5EF4-FFF2-40B4-BE49-F238E27FC236}">
                <a16:creationId xmlns:a16="http://schemas.microsoft.com/office/drawing/2014/main" id="{C4ADA453-861E-F37A-0F63-E723C69FFF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453" r="1453"/>
          <a:stretch/>
        </p:blipFill>
        <p:spPr>
          <a:xfrm>
            <a:off x="8311548" y="2993011"/>
            <a:ext cx="435641" cy="448684"/>
          </a:xfrm>
          <a:prstGeom prst="rect">
            <a:avLst/>
          </a:prstGeom>
        </p:spPr>
      </p:pic>
      <p:pic>
        <p:nvPicPr>
          <p:cNvPr id="32" name="Picture 31" descr="A picture containing calendar&#10;&#10;Description automatically generated">
            <a:extLst>
              <a:ext uri="{FF2B5EF4-FFF2-40B4-BE49-F238E27FC236}">
                <a16:creationId xmlns:a16="http://schemas.microsoft.com/office/drawing/2014/main" id="{908A91AC-AB1D-B93D-EBD8-A8E87DCAED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8175" y="1892405"/>
            <a:ext cx="1285063" cy="1285063"/>
          </a:xfrm>
          <a:prstGeom prst="rect">
            <a:avLst/>
          </a:prstGeom>
        </p:spPr>
      </p:pic>
      <p:pic>
        <p:nvPicPr>
          <p:cNvPr id="34" name="Picture 33" descr="Icon&#10;&#10;Description automatically generated">
            <a:extLst>
              <a:ext uri="{FF2B5EF4-FFF2-40B4-BE49-F238E27FC236}">
                <a16:creationId xmlns:a16="http://schemas.microsoft.com/office/drawing/2014/main" id="{634D0612-5F34-8BBE-5120-434470A0B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6055" y="614547"/>
            <a:ext cx="990671" cy="990671"/>
          </a:xfrm>
          <a:prstGeom prst="rect">
            <a:avLst/>
          </a:prstGeom>
        </p:spPr>
      </p:pic>
      <p:sp>
        <p:nvSpPr>
          <p:cNvPr id="200" name="Slide Number Placeholder 3">
            <a:extLst>
              <a:ext uri="{FF2B5EF4-FFF2-40B4-BE49-F238E27FC236}">
                <a16:creationId xmlns:a16="http://schemas.microsoft.com/office/drawing/2014/main" id="{A9E1F2CB-DFA5-A683-EA88-2FBC64AED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0200" y="6507857"/>
            <a:ext cx="479555" cy="366183"/>
          </a:xfrm>
        </p:spPr>
        <p:txBody>
          <a:bodyPr/>
          <a:lstStyle/>
          <a:p>
            <a:fld id="{96A97DD0-5BE7-4856-A2A9-C42C6688E607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28" name="Footer Placeholder 4">
            <a:extLst>
              <a:ext uri="{FF2B5EF4-FFF2-40B4-BE49-F238E27FC236}">
                <a16:creationId xmlns:a16="http://schemas.microsoft.com/office/drawing/2014/main" id="{11C869F8-ECC4-7D49-5CE6-C1A19D6120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583332" y="6616600"/>
            <a:ext cx="1216569" cy="185296"/>
          </a:xfrm>
        </p:spPr>
        <p:txBody>
          <a:bodyPr/>
          <a:lstStyle/>
          <a:p>
            <a:pPr defTabSz="814305"/>
            <a:r>
              <a:rPr lang="en-US"/>
              <a:t>LTRCCT-2781</a:t>
            </a:r>
            <a:endParaRPr lang="en-US" dirty="0"/>
          </a:p>
        </p:txBody>
      </p:sp>
      <p:grpSp>
        <p:nvGrpSpPr>
          <p:cNvPr id="2" name="Google Shape;327;p19">
            <a:extLst>
              <a:ext uri="{FF2B5EF4-FFF2-40B4-BE49-F238E27FC236}">
                <a16:creationId xmlns:a16="http://schemas.microsoft.com/office/drawing/2014/main" id="{09F96955-00ED-7E38-9271-1253F7A121AB}"/>
              </a:ext>
            </a:extLst>
          </p:cNvPr>
          <p:cNvGrpSpPr/>
          <p:nvPr/>
        </p:nvGrpSpPr>
        <p:grpSpPr>
          <a:xfrm>
            <a:off x="3034487" y="4137721"/>
            <a:ext cx="402367" cy="367836"/>
            <a:chOff x="3865000" y="847675"/>
            <a:chExt cx="483150" cy="452925"/>
          </a:xfrm>
        </p:grpSpPr>
        <p:sp>
          <p:nvSpPr>
            <p:cNvPr id="3" name="Google Shape;328;p19">
              <a:extLst>
                <a:ext uri="{FF2B5EF4-FFF2-40B4-BE49-F238E27FC236}">
                  <a16:creationId xmlns:a16="http://schemas.microsoft.com/office/drawing/2014/main" id="{1967D2CE-FC5B-EF1E-4432-0ED9C0A85EFA}"/>
                </a:ext>
              </a:extLst>
            </p:cNvPr>
            <p:cNvSpPr/>
            <p:nvPr/>
          </p:nvSpPr>
          <p:spPr>
            <a:xfrm>
              <a:off x="3865000" y="847675"/>
              <a:ext cx="483150" cy="452925"/>
            </a:xfrm>
            <a:custGeom>
              <a:avLst/>
              <a:gdLst/>
              <a:ahLst/>
              <a:cxnLst/>
              <a:rect l="l" t="t" r="r" b="b"/>
              <a:pathLst>
                <a:path w="19326" h="18117" extrusionOk="0">
                  <a:moveTo>
                    <a:pt x="9627" y="1132"/>
                  </a:moveTo>
                  <a:cubicBezTo>
                    <a:pt x="14349" y="1132"/>
                    <a:pt x="18193" y="4436"/>
                    <a:pt x="18193" y="8494"/>
                  </a:cubicBezTo>
                  <a:cubicBezTo>
                    <a:pt x="18193" y="12552"/>
                    <a:pt x="14349" y="15852"/>
                    <a:pt x="9627" y="15852"/>
                  </a:cubicBezTo>
                  <a:cubicBezTo>
                    <a:pt x="9619" y="15852"/>
                    <a:pt x="9611" y="15852"/>
                    <a:pt x="9603" y="15852"/>
                  </a:cubicBezTo>
                  <a:cubicBezTo>
                    <a:pt x="8397" y="15852"/>
                    <a:pt x="7207" y="15626"/>
                    <a:pt x="6088" y="15185"/>
                  </a:cubicBezTo>
                  <a:cubicBezTo>
                    <a:pt x="6019" y="15158"/>
                    <a:pt x="5947" y="15144"/>
                    <a:pt x="5876" y="15144"/>
                  </a:cubicBezTo>
                  <a:cubicBezTo>
                    <a:pt x="5720" y="15144"/>
                    <a:pt x="5568" y="15208"/>
                    <a:pt x="5460" y="15327"/>
                  </a:cubicBezTo>
                  <a:cubicBezTo>
                    <a:pt x="4780" y="16070"/>
                    <a:pt x="3896" y="16595"/>
                    <a:pt x="2917" y="16837"/>
                  </a:cubicBezTo>
                  <a:cubicBezTo>
                    <a:pt x="3461" y="15801"/>
                    <a:pt x="3582" y="14593"/>
                    <a:pt x="3262" y="13467"/>
                  </a:cubicBezTo>
                  <a:cubicBezTo>
                    <a:pt x="3238" y="13379"/>
                    <a:pt x="3189" y="13295"/>
                    <a:pt x="3126" y="13228"/>
                  </a:cubicBezTo>
                  <a:cubicBezTo>
                    <a:pt x="1843" y="11906"/>
                    <a:pt x="1133" y="10224"/>
                    <a:pt x="1133" y="8494"/>
                  </a:cubicBezTo>
                  <a:cubicBezTo>
                    <a:pt x="1133" y="4436"/>
                    <a:pt x="4944" y="1132"/>
                    <a:pt x="9627" y="1132"/>
                  </a:cubicBezTo>
                  <a:close/>
                  <a:moveTo>
                    <a:pt x="9627" y="0"/>
                  </a:moveTo>
                  <a:cubicBezTo>
                    <a:pt x="7066" y="0"/>
                    <a:pt x="4663" y="876"/>
                    <a:pt x="2848" y="2461"/>
                  </a:cubicBezTo>
                  <a:cubicBezTo>
                    <a:pt x="1012" y="4067"/>
                    <a:pt x="1" y="6211"/>
                    <a:pt x="1" y="8494"/>
                  </a:cubicBezTo>
                  <a:cubicBezTo>
                    <a:pt x="1" y="10472"/>
                    <a:pt x="783" y="12389"/>
                    <a:pt x="2208" y="13908"/>
                  </a:cubicBezTo>
                  <a:cubicBezTo>
                    <a:pt x="2492" y="15073"/>
                    <a:pt x="2148" y="16302"/>
                    <a:pt x="1299" y="17151"/>
                  </a:cubicBezTo>
                  <a:cubicBezTo>
                    <a:pt x="943" y="17507"/>
                    <a:pt x="1193" y="18117"/>
                    <a:pt x="1701" y="18117"/>
                  </a:cubicBezTo>
                  <a:cubicBezTo>
                    <a:pt x="3313" y="18114"/>
                    <a:pt x="4862" y="17489"/>
                    <a:pt x="6024" y="16372"/>
                  </a:cubicBezTo>
                  <a:cubicBezTo>
                    <a:pt x="7173" y="16776"/>
                    <a:pt x="8380" y="16985"/>
                    <a:pt x="9600" y="16985"/>
                  </a:cubicBezTo>
                  <a:cubicBezTo>
                    <a:pt x="9609" y="16985"/>
                    <a:pt x="9618" y="16985"/>
                    <a:pt x="9627" y="16985"/>
                  </a:cubicBezTo>
                  <a:cubicBezTo>
                    <a:pt x="12184" y="16985"/>
                    <a:pt x="14606" y="16112"/>
                    <a:pt x="16439" y="14524"/>
                  </a:cubicBezTo>
                  <a:cubicBezTo>
                    <a:pt x="18302" y="12914"/>
                    <a:pt x="19325" y="10773"/>
                    <a:pt x="19325" y="8494"/>
                  </a:cubicBezTo>
                  <a:cubicBezTo>
                    <a:pt x="19325" y="6211"/>
                    <a:pt x="18302" y="4070"/>
                    <a:pt x="16439" y="2461"/>
                  </a:cubicBezTo>
                  <a:cubicBezTo>
                    <a:pt x="14606" y="873"/>
                    <a:pt x="12184" y="0"/>
                    <a:pt x="962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4" name="Google Shape;329;p19">
              <a:extLst>
                <a:ext uri="{FF2B5EF4-FFF2-40B4-BE49-F238E27FC236}">
                  <a16:creationId xmlns:a16="http://schemas.microsoft.com/office/drawing/2014/main" id="{EB3009F3-FBE1-A727-1145-FB6DFF65BF81}"/>
                </a:ext>
              </a:extLst>
            </p:cNvPr>
            <p:cNvSpPr/>
            <p:nvPr/>
          </p:nvSpPr>
          <p:spPr>
            <a:xfrm>
              <a:off x="4173600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2" y="1738"/>
                    <a:pt x="1132" y="1512"/>
                  </a:cubicBezTo>
                  <a:cubicBezTo>
                    <a:pt x="1132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  <p:sp>
          <p:nvSpPr>
            <p:cNvPr id="5" name="Google Shape;330;p19">
              <a:extLst>
                <a:ext uri="{FF2B5EF4-FFF2-40B4-BE49-F238E27FC236}">
                  <a16:creationId xmlns:a16="http://schemas.microsoft.com/office/drawing/2014/main" id="{35B2267A-D7DC-C91F-1AEA-D9C6A1884787}"/>
                </a:ext>
              </a:extLst>
            </p:cNvPr>
            <p:cNvSpPr/>
            <p:nvPr/>
          </p:nvSpPr>
          <p:spPr>
            <a:xfrm>
              <a:off x="40688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9" y="1855"/>
                    <a:pt x="1605" y="1889"/>
                    <a:pt x="1513" y="1889"/>
                  </a:cubicBezTo>
                  <a:cubicBezTo>
                    <a:pt x="1319" y="1889"/>
                    <a:pt x="1132" y="1738"/>
                    <a:pt x="1132" y="1512"/>
                  </a:cubicBezTo>
                  <a:cubicBezTo>
                    <a:pt x="1132" y="1300"/>
                    <a:pt x="1302" y="1134"/>
                    <a:pt x="1510" y="1134"/>
                  </a:cubicBezTo>
                  <a:close/>
                  <a:moveTo>
                    <a:pt x="1511" y="1"/>
                  </a:moveTo>
                  <a:cubicBezTo>
                    <a:pt x="1316" y="1"/>
                    <a:pt x="1120" y="39"/>
                    <a:pt x="933" y="117"/>
                  </a:cubicBezTo>
                  <a:cubicBezTo>
                    <a:pt x="369" y="349"/>
                    <a:pt x="0" y="899"/>
                    <a:pt x="0" y="1512"/>
                  </a:cubicBezTo>
                  <a:cubicBezTo>
                    <a:pt x="0" y="2345"/>
                    <a:pt x="677" y="3021"/>
                    <a:pt x="1510" y="3021"/>
                  </a:cubicBezTo>
                  <a:cubicBezTo>
                    <a:pt x="2120" y="3021"/>
                    <a:pt x="2672" y="2653"/>
                    <a:pt x="2905" y="2088"/>
                  </a:cubicBezTo>
                  <a:cubicBezTo>
                    <a:pt x="3137" y="1524"/>
                    <a:pt x="3011" y="875"/>
                    <a:pt x="2579" y="443"/>
                  </a:cubicBezTo>
                  <a:cubicBezTo>
                    <a:pt x="2290" y="154"/>
                    <a:pt x="1903" y="1"/>
                    <a:pt x="151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>
                <a:solidFill>
                  <a:srgbClr val="435D74"/>
                </a:solidFill>
              </a:endParaRPr>
            </a:p>
          </p:txBody>
        </p:sp>
        <p:sp>
          <p:nvSpPr>
            <p:cNvPr id="7" name="Google Shape;331;p19">
              <a:extLst>
                <a:ext uri="{FF2B5EF4-FFF2-40B4-BE49-F238E27FC236}">
                  <a16:creationId xmlns:a16="http://schemas.microsoft.com/office/drawing/2014/main" id="{908FA029-959B-73B5-A8F6-F593E7DFC867}"/>
                </a:ext>
              </a:extLst>
            </p:cNvPr>
            <p:cNvSpPr/>
            <p:nvPr/>
          </p:nvSpPr>
          <p:spPr>
            <a:xfrm>
              <a:off x="3964125" y="1029775"/>
              <a:ext cx="78450" cy="75550"/>
            </a:xfrm>
            <a:custGeom>
              <a:avLst/>
              <a:gdLst/>
              <a:ahLst/>
              <a:cxnLst/>
              <a:rect l="l" t="t" r="r" b="b"/>
              <a:pathLst>
                <a:path w="3138" h="3022" extrusionOk="0">
                  <a:moveTo>
                    <a:pt x="1510" y="1134"/>
                  </a:moveTo>
                  <a:cubicBezTo>
                    <a:pt x="1845" y="1134"/>
                    <a:pt x="2014" y="1539"/>
                    <a:pt x="1776" y="1777"/>
                  </a:cubicBezTo>
                  <a:cubicBezTo>
                    <a:pt x="1698" y="1855"/>
                    <a:pt x="1604" y="1889"/>
                    <a:pt x="1511" y="1889"/>
                  </a:cubicBezTo>
                  <a:cubicBezTo>
                    <a:pt x="1318" y="1889"/>
                    <a:pt x="1133" y="1738"/>
                    <a:pt x="1133" y="1512"/>
                  </a:cubicBezTo>
                  <a:cubicBezTo>
                    <a:pt x="1133" y="1300"/>
                    <a:pt x="1299" y="1134"/>
                    <a:pt x="1510" y="1134"/>
                  </a:cubicBezTo>
                  <a:close/>
                  <a:moveTo>
                    <a:pt x="1509" y="1"/>
                  </a:moveTo>
                  <a:cubicBezTo>
                    <a:pt x="1314" y="1"/>
                    <a:pt x="1118" y="39"/>
                    <a:pt x="930" y="117"/>
                  </a:cubicBezTo>
                  <a:cubicBezTo>
                    <a:pt x="366" y="349"/>
                    <a:pt x="0" y="899"/>
                    <a:pt x="0" y="1512"/>
                  </a:cubicBezTo>
                  <a:cubicBezTo>
                    <a:pt x="0" y="2345"/>
                    <a:pt x="674" y="3021"/>
                    <a:pt x="1510" y="3021"/>
                  </a:cubicBezTo>
                  <a:cubicBezTo>
                    <a:pt x="2120" y="3021"/>
                    <a:pt x="2669" y="2653"/>
                    <a:pt x="2902" y="2088"/>
                  </a:cubicBezTo>
                  <a:cubicBezTo>
                    <a:pt x="3137" y="1524"/>
                    <a:pt x="3008" y="875"/>
                    <a:pt x="2576" y="443"/>
                  </a:cubicBezTo>
                  <a:cubicBezTo>
                    <a:pt x="2287" y="154"/>
                    <a:pt x="1902" y="1"/>
                    <a:pt x="15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solidFill>
                  <a:srgbClr val="435D74"/>
                </a:solidFill>
              </a:endParaRPr>
            </a:p>
          </p:txBody>
        </p:sp>
      </p:grpSp>
      <p:sp>
        <p:nvSpPr>
          <p:cNvPr id="11" name="Google Shape;122;p15">
            <a:extLst>
              <a:ext uri="{FF2B5EF4-FFF2-40B4-BE49-F238E27FC236}">
                <a16:creationId xmlns:a16="http://schemas.microsoft.com/office/drawing/2014/main" id="{59B260C8-955B-742E-4D88-995E4B4DAC98}"/>
              </a:ext>
            </a:extLst>
          </p:cNvPr>
          <p:cNvSpPr/>
          <p:nvPr/>
        </p:nvSpPr>
        <p:spPr>
          <a:xfrm>
            <a:off x="2909102" y="4094991"/>
            <a:ext cx="595303" cy="596573"/>
          </a:xfrm>
          <a:custGeom>
            <a:avLst/>
            <a:gdLst/>
            <a:ahLst/>
            <a:cxnLst/>
            <a:rect l="l" t="t" r="r" b="b"/>
            <a:pathLst>
              <a:path w="14530" h="14561" extrusionOk="0">
                <a:moveTo>
                  <a:pt x="7265" y="1"/>
                </a:moveTo>
                <a:cubicBezTo>
                  <a:pt x="3253" y="1"/>
                  <a:pt x="0" y="3253"/>
                  <a:pt x="0" y="7265"/>
                </a:cubicBezTo>
                <a:cubicBezTo>
                  <a:pt x="0" y="11308"/>
                  <a:pt x="3253" y="14560"/>
                  <a:pt x="7265" y="14560"/>
                </a:cubicBezTo>
                <a:cubicBezTo>
                  <a:pt x="11277" y="14560"/>
                  <a:pt x="14530" y="11308"/>
                  <a:pt x="14530" y="7265"/>
                </a:cubicBezTo>
                <a:cubicBezTo>
                  <a:pt x="14530" y="3253"/>
                  <a:pt x="11277" y="1"/>
                  <a:pt x="726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13" name="Google Shape;122;p15">
            <a:extLst>
              <a:ext uri="{FF2B5EF4-FFF2-40B4-BE49-F238E27FC236}">
                <a16:creationId xmlns:a16="http://schemas.microsoft.com/office/drawing/2014/main" id="{4A94C652-081F-7ABE-CCF2-5311B6ABFC10}"/>
              </a:ext>
            </a:extLst>
          </p:cNvPr>
          <p:cNvSpPr/>
          <p:nvPr/>
        </p:nvSpPr>
        <p:spPr>
          <a:xfrm>
            <a:off x="10131675" y="5665471"/>
            <a:ext cx="595303" cy="596573"/>
          </a:xfrm>
          <a:custGeom>
            <a:avLst/>
            <a:gdLst/>
            <a:ahLst/>
            <a:cxnLst/>
            <a:rect l="l" t="t" r="r" b="b"/>
            <a:pathLst>
              <a:path w="14530" h="14561" extrusionOk="0">
                <a:moveTo>
                  <a:pt x="7265" y="1"/>
                </a:moveTo>
                <a:cubicBezTo>
                  <a:pt x="3253" y="1"/>
                  <a:pt x="0" y="3253"/>
                  <a:pt x="0" y="7265"/>
                </a:cubicBezTo>
                <a:cubicBezTo>
                  <a:pt x="0" y="11308"/>
                  <a:pt x="3253" y="14560"/>
                  <a:pt x="7265" y="14560"/>
                </a:cubicBezTo>
                <a:cubicBezTo>
                  <a:pt x="11277" y="14560"/>
                  <a:pt x="14530" y="11308"/>
                  <a:pt x="14530" y="7265"/>
                </a:cubicBezTo>
                <a:cubicBezTo>
                  <a:pt x="14530" y="3253"/>
                  <a:pt x="11277" y="1"/>
                  <a:pt x="7265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DA5ACC-A8ED-9722-4EDA-0F5FC3D2B5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741" y="2949773"/>
            <a:ext cx="642932" cy="599343"/>
          </a:xfrm>
          <a:prstGeom prst="rect">
            <a:avLst/>
          </a:prstGeom>
        </p:spPr>
      </p:pic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C961DB74-86A9-8FF3-98E8-9CE7C9858EAC}"/>
              </a:ext>
            </a:extLst>
          </p:cNvPr>
          <p:cNvSpPr txBox="1">
            <a:spLocks/>
          </p:cNvSpPr>
          <p:nvPr/>
        </p:nvSpPr>
        <p:spPr>
          <a:xfrm>
            <a:off x="88123" y="4552024"/>
            <a:ext cx="1740677" cy="366744"/>
          </a:xfrm>
          <a:prstGeom prst="rect">
            <a:avLst/>
          </a:prstGeom>
        </p:spPr>
        <p:txBody>
          <a:bodyPr/>
          <a:lstStyle>
            <a:lvl1pPr marL="169863" indent="-169863" algn="l" defTabSz="684213" rtl="0" eaLnBrk="1" fontAlgn="base" hangingPunct="1">
              <a:lnSpc>
                <a:spcPct val="95000"/>
              </a:lnSpc>
              <a:spcBef>
                <a:spcPts val="1075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Arial" charset="0"/>
              <a:buChar char="•"/>
              <a:defRPr lang="en-US" sz="15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chemeClr val="accent2"/>
                </a:solidFill>
              </a:rPr>
              <a:t>14:15 – 14:30</a:t>
            </a:r>
            <a:endParaRPr lang="en-AU" altLang="en-US" sz="1867" dirty="0">
              <a:solidFill>
                <a:schemeClr val="accent2"/>
              </a:solidFill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2916B44-F334-5886-C8CA-53A8C833A727}"/>
              </a:ext>
            </a:extLst>
          </p:cNvPr>
          <p:cNvSpPr txBox="1">
            <a:spLocks/>
          </p:cNvSpPr>
          <p:nvPr/>
        </p:nvSpPr>
        <p:spPr>
          <a:xfrm>
            <a:off x="10726978" y="2408565"/>
            <a:ext cx="834788" cy="603092"/>
          </a:xfrm>
          <a:prstGeom prst="rect">
            <a:avLst/>
          </a:prstGeom>
        </p:spPr>
        <p:txBody>
          <a:bodyPr/>
          <a:lstStyle>
            <a:lvl1pPr marL="169863" indent="-169863" algn="l" defTabSz="684213" rtl="0" eaLnBrk="1" fontAlgn="base" hangingPunct="1">
              <a:lnSpc>
                <a:spcPct val="95000"/>
              </a:lnSpc>
              <a:spcBef>
                <a:spcPts val="1101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/>
              <a:buChar char="•"/>
              <a:defRPr lang="en-US" sz="2000" b="0" i="0" kern="1200" dirty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1pPr>
            <a:lvl2pPr marL="341313" indent="-17145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/>
              <a:buChar char="•"/>
              <a:defRPr lang="en-US" sz="1800" b="0" i="0" kern="1200" dirty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2pPr>
            <a:lvl3pPr marL="511175" indent="-169863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/>
              <a:buChar char="•"/>
              <a:defRPr lang="en-US" sz="1600" b="0" i="0" kern="1200" dirty="0">
                <a:solidFill>
                  <a:schemeClr val="tx1"/>
                </a:solidFill>
                <a:latin typeface="+mn-lt"/>
                <a:ea typeface="CiscoSansTT Thin" charset="0"/>
                <a:cs typeface="CiscoSansTT Thin" charset="0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Arial"/>
              <a:buChar char="•"/>
              <a:defRPr lang="en-US" sz="1800" b="0" i="0" kern="1200" dirty="0">
                <a:solidFill>
                  <a:schemeClr val="tx1"/>
                </a:solidFill>
                <a:latin typeface="CiscoSansTT Light" panose="020B0503020201020303" pitchFamily="34" charset="0"/>
                <a:ea typeface="CiscoSansTT Thin" charset="0"/>
                <a:cs typeface="CiscoSansTT Thin" charset="0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0000"/>
                </a:solidFill>
              </a:rPr>
              <a:t>15:55 </a:t>
            </a:r>
            <a:endParaRPr lang="en-IN" altLang="en-US" sz="1867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3293FA-9CBE-34AC-42BA-C7D3942696E1}"/>
              </a:ext>
            </a:extLst>
          </p:cNvPr>
          <p:cNvSpPr txBox="1"/>
          <p:nvPr/>
        </p:nvSpPr>
        <p:spPr>
          <a:xfrm>
            <a:off x="1649896" y="637098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E0C586-6E0E-D439-3B89-5373C3B5E2D2}"/>
              </a:ext>
            </a:extLst>
          </p:cNvPr>
          <p:cNvSpPr txBox="1"/>
          <p:nvPr/>
        </p:nvSpPr>
        <p:spPr>
          <a:xfrm>
            <a:off x="1560443" y="66294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182880" indent="-182880" algn="l" defTabSz="912276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bg1"/>
              </a:buClr>
              <a:buSzPct val="100000"/>
              <a:buFont typeface="Arial" panose="020B0604020202020204" pitchFamily="34" charset="0"/>
              <a:buChar char="•"/>
            </a:pPr>
            <a:endParaRPr lang="en-US" sz="1600" kern="1200" dirty="0" err="1">
              <a:solidFill>
                <a:schemeClr val="bg1"/>
              </a:solidFill>
              <a:latin typeface="+mn-lt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318EE-855D-565E-068D-0157CCE2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1">
            <a:extLst>
              <a:ext uri="{FF2B5EF4-FFF2-40B4-BE49-F238E27FC236}">
                <a16:creationId xmlns:a16="http://schemas.microsoft.com/office/drawing/2014/main" id="{596D6A2F-4555-7EE4-7AA3-13C9F955FEC8}"/>
              </a:ext>
            </a:extLst>
          </p:cNvPr>
          <p:cNvSpPr/>
          <p:nvPr/>
        </p:nvSpPr>
        <p:spPr>
          <a:xfrm>
            <a:off x="3255963" y="2006699"/>
            <a:ext cx="2749550" cy="3388281"/>
          </a:xfrm>
          <a:prstGeom prst="roundRect">
            <a:avLst>
              <a:gd name="adj" fmla="val 5045"/>
            </a:avLst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280160" rIns="18288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7182D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Earn </a:t>
            </a:r>
            <a:r>
              <a:rPr lang="en-US" sz="1600">
                <a:solidFill>
                  <a:srgbClr val="07182D"/>
                </a:solidFill>
                <a:latin typeface="+mn-lt"/>
                <a:cs typeface="CiscoSansTT"/>
              </a:rPr>
              <a:t>100 points per survey completed </a:t>
            </a:r>
            <a:br>
              <a:rPr lang="en-US" sz="1600">
                <a:solidFill>
                  <a:srgbClr val="07182D"/>
                </a:solidFill>
                <a:latin typeface="+mn-lt"/>
                <a:cs typeface="CiscoSansTT"/>
              </a:rPr>
            </a:br>
            <a:r>
              <a:rPr lang="en-US" sz="1600">
                <a:solidFill>
                  <a:srgbClr val="07182D"/>
                </a:solidFill>
                <a:latin typeface="+mn-lt"/>
                <a:cs typeface="CiscoSansTT"/>
              </a:rPr>
              <a:t>and compete on the Cisco Live Challenge leaderboard. </a:t>
            </a:r>
          </a:p>
        </p:txBody>
      </p:sp>
      <p:sp>
        <p:nvSpPr>
          <p:cNvPr id="19" name="Rectangle: Rounded Corners 14">
            <a:extLst>
              <a:ext uri="{FF2B5EF4-FFF2-40B4-BE49-F238E27FC236}">
                <a16:creationId xmlns:a16="http://schemas.microsoft.com/office/drawing/2014/main" id="{2ECCABFA-ED1E-4530-7B38-C3FD0FA1D425}"/>
              </a:ext>
            </a:extLst>
          </p:cNvPr>
          <p:cNvSpPr/>
          <p:nvPr/>
        </p:nvSpPr>
        <p:spPr>
          <a:xfrm>
            <a:off x="6186489" y="2006699"/>
            <a:ext cx="2749550" cy="3388281"/>
          </a:xfrm>
          <a:prstGeom prst="roundRect">
            <a:avLst>
              <a:gd name="adj" fmla="val 5045"/>
            </a:avLst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280160" rIns="18288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7182D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Level up </a:t>
            </a:r>
            <a:r>
              <a:rPr lang="en-US" sz="1600">
                <a:solidFill>
                  <a:srgbClr val="07182D"/>
                </a:solidFill>
                <a:latin typeface="+mn-lt"/>
                <a:cs typeface="CiscoSansTT"/>
              </a:rPr>
              <a:t>and earn exclusive prizes!</a:t>
            </a:r>
          </a:p>
        </p:txBody>
      </p:sp>
      <p:sp>
        <p:nvSpPr>
          <p:cNvPr id="20" name="Rectangle: Rounded Corners 15">
            <a:extLst>
              <a:ext uri="{FF2B5EF4-FFF2-40B4-BE49-F238E27FC236}">
                <a16:creationId xmlns:a16="http://schemas.microsoft.com/office/drawing/2014/main" id="{B078AD21-FE01-E1AA-2B60-5B75051256C1}"/>
              </a:ext>
            </a:extLst>
          </p:cNvPr>
          <p:cNvSpPr/>
          <p:nvPr/>
        </p:nvSpPr>
        <p:spPr>
          <a:xfrm>
            <a:off x="9118600" y="2006699"/>
            <a:ext cx="2749550" cy="3388281"/>
          </a:xfrm>
          <a:prstGeom prst="roundRect">
            <a:avLst>
              <a:gd name="adj" fmla="val 5045"/>
            </a:avLst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280160" rIns="18288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7182D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Complete your surveys </a:t>
            </a:r>
            <a:r>
              <a:rPr lang="en-US" sz="1600">
                <a:solidFill>
                  <a:srgbClr val="07182D"/>
                </a:solidFill>
                <a:latin typeface="+mn-lt"/>
                <a:cs typeface="CiscoSansTT"/>
              </a:rPr>
              <a:t>in the Cisco Live </a:t>
            </a:r>
            <a:br>
              <a:rPr lang="en-US" sz="1600">
                <a:solidFill>
                  <a:srgbClr val="07182D"/>
                </a:solidFill>
                <a:latin typeface="+mn-lt"/>
                <a:cs typeface="CiscoSansTT"/>
              </a:rPr>
            </a:br>
            <a:r>
              <a:rPr lang="en-US" sz="1600">
                <a:solidFill>
                  <a:srgbClr val="07182D"/>
                </a:solidFill>
                <a:latin typeface="+mn-lt"/>
                <a:cs typeface="CiscoSansTT"/>
              </a:rPr>
              <a:t>Events app.</a:t>
            </a:r>
          </a:p>
        </p:txBody>
      </p:sp>
      <p:sp>
        <p:nvSpPr>
          <p:cNvPr id="17" name="Rectangle: Rounded Corners 7">
            <a:extLst>
              <a:ext uri="{FF2B5EF4-FFF2-40B4-BE49-F238E27FC236}">
                <a16:creationId xmlns:a16="http://schemas.microsoft.com/office/drawing/2014/main" id="{5D2B81B6-FF5B-B72D-E23C-63C9E9EC1D3C}"/>
              </a:ext>
            </a:extLst>
          </p:cNvPr>
          <p:cNvSpPr/>
          <p:nvPr/>
        </p:nvSpPr>
        <p:spPr>
          <a:xfrm>
            <a:off x="323851" y="2006699"/>
            <a:ext cx="2749550" cy="3388281"/>
          </a:xfrm>
          <a:prstGeom prst="roundRect">
            <a:avLst>
              <a:gd name="adj" fmla="val 5045"/>
            </a:avLst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280160" rIns="182880" bIns="182880" rtlCol="0" anchor="t" anchorCtr="0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07182D"/>
                </a:solidFill>
                <a:latin typeface="CiscoSansTT" panose="020B0503020201020303" pitchFamily="34" charset="0"/>
                <a:cs typeface="CiscoSansTT" panose="020B0503020201020303" pitchFamily="34" charset="0"/>
              </a:rPr>
              <a:t>Complete</a:t>
            </a:r>
            <a:r>
              <a:rPr lang="en-US" sz="1600" dirty="0">
                <a:solidFill>
                  <a:srgbClr val="07182D"/>
                </a:solidFill>
                <a:latin typeface="+mn-lt"/>
                <a:cs typeface="CiscoSansTT"/>
              </a:rPr>
              <a:t> a minimum of 4 session surveys and the Overall Event Survey to be entered in a drawing to win 1 of 5 full conference passes to Cisco Live 2027.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86366-F8FC-F7FA-B526-BDCB7B607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Complete your session evaluations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11C2F6-DC0D-DD6F-C3E9-F7C0E386BB4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Session ID: LTRCCT-2000</a:t>
            </a: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D5B66D12-0249-B187-845D-F3A0C2F4D7C1}"/>
              </a:ext>
            </a:extLst>
          </p:cNvPr>
          <p:cNvSpPr/>
          <p:nvPr/>
        </p:nvSpPr>
        <p:spPr>
          <a:xfrm>
            <a:off x="6432611" y="2393179"/>
            <a:ext cx="588347" cy="588344"/>
          </a:xfrm>
          <a:custGeom>
            <a:avLst/>
            <a:gdLst>
              <a:gd name="connsiteX0" fmla="*/ 140494 w 585787"/>
              <a:gd name="connsiteY0" fmla="*/ 533400 h 585787"/>
              <a:gd name="connsiteX1" fmla="*/ 133350 w 585787"/>
              <a:gd name="connsiteY1" fmla="*/ 540544 h 585787"/>
              <a:gd name="connsiteX2" fmla="*/ 133350 w 585787"/>
              <a:gd name="connsiteY2" fmla="*/ 578644 h 585787"/>
              <a:gd name="connsiteX3" fmla="*/ 140494 w 585787"/>
              <a:gd name="connsiteY3" fmla="*/ 585788 h 585787"/>
              <a:gd name="connsiteX4" fmla="*/ 445294 w 585787"/>
              <a:gd name="connsiteY4" fmla="*/ 585788 h 585787"/>
              <a:gd name="connsiteX5" fmla="*/ 452438 w 585787"/>
              <a:gd name="connsiteY5" fmla="*/ 578644 h 585787"/>
              <a:gd name="connsiteX6" fmla="*/ 452438 w 585787"/>
              <a:gd name="connsiteY6" fmla="*/ 540544 h 585787"/>
              <a:gd name="connsiteX7" fmla="*/ 445294 w 585787"/>
              <a:gd name="connsiteY7" fmla="*/ 533400 h 585787"/>
              <a:gd name="connsiteX8" fmla="*/ 319088 w 585787"/>
              <a:gd name="connsiteY8" fmla="*/ 407194 h 585787"/>
              <a:gd name="connsiteX9" fmla="*/ 319088 w 585787"/>
              <a:gd name="connsiteY9" fmla="*/ 372904 h 585787"/>
              <a:gd name="connsiteX10" fmla="*/ 437579 w 585787"/>
              <a:gd name="connsiteY10" fmla="*/ 258318 h 585787"/>
              <a:gd name="connsiteX11" fmla="*/ 547688 w 585787"/>
              <a:gd name="connsiteY11" fmla="*/ 64294 h 585787"/>
              <a:gd name="connsiteX12" fmla="*/ 540544 w 585787"/>
              <a:gd name="connsiteY12" fmla="*/ 57150 h 585787"/>
              <a:gd name="connsiteX13" fmla="*/ 488633 w 585787"/>
              <a:gd name="connsiteY13" fmla="*/ 57150 h 585787"/>
              <a:gd name="connsiteX14" fmla="*/ 490538 w 585787"/>
              <a:gd name="connsiteY14" fmla="*/ 7144 h 585787"/>
              <a:gd name="connsiteX15" fmla="*/ 483394 w 585787"/>
              <a:gd name="connsiteY15" fmla="*/ 0 h 585787"/>
              <a:gd name="connsiteX16" fmla="*/ 102394 w 585787"/>
              <a:gd name="connsiteY16" fmla="*/ 0 h 585787"/>
              <a:gd name="connsiteX17" fmla="*/ 95250 w 585787"/>
              <a:gd name="connsiteY17" fmla="*/ 7144 h 585787"/>
              <a:gd name="connsiteX18" fmla="*/ 97155 w 585787"/>
              <a:gd name="connsiteY18" fmla="*/ 57150 h 585787"/>
              <a:gd name="connsiteX19" fmla="*/ 45244 w 585787"/>
              <a:gd name="connsiteY19" fmla="*/ 57150 h 585787"/>
              <a:gd name="connsiteX20" fmla="*/ 38100 w 585787"/>
              <a:gd name="connsiteY20" fmla="*/ 64294 h 585787"/>
              <a:gd name="connsiteX21" fmla="*/ 148209 w 585787"/>
              <a:gd name="connsiteY21" fmla="*/ 258318 h 585787"/>
              <a:gd name="connsiteX22" fmla="*/ 266700 w 585787"/>
              <a:gd name="connsiteY22" fmla="*/ 372904 h 585787"/>
              <a:gd name="connsiteX23" fmla="*/ 266700 w 585787"/>
              <a:gd name="connsiteY23" fmla="*/ 407194 h 585787"/>
              <a:gd name="connsiteX24" fmla="*/ 140494 w 585787"/>
              <a:gd name="connsiteY24" fmla="*/ 533400 h 585787"/>
              <a:gd name="connsiteX25" fmla="*/ 438150 w 585787"/>
              <a:gd name="connsiteY25" fmla="*/ 571500 h 585787"/>
              <a:gd name="connsiteX26" fmla="*/ 147638 w 585787"/>
              <a:gd name="connsiteY26" fmla="*/ 571500 h 585787"/>
              <a:gd name="connsiteX27" fmla="*/ 147638 w 585787"/>
              <a:gd name="connsiteY27" fmla="*/ 547688 h 585787"/>
              <a:gd name="connsiteX28" fmla="*/ 438150 w 585787"/>
              <a:gd name="connsiteY28" fmla="*/ 547688 h 585787"/>
              <a:gd name="connsiteX29" fmla="*/ 438150 w 585787"/>
              <a:gd name="connsiteY29" fmla="*/ 571500 h 585787"/>
              <a:gd name="connsiteX30" fmla="*/ 483965 w 585787"/>
              <a:gd name="connsiteY30" fmla="*/ 101632 h 585787"/>
              <a:gd name="connsiteX31" fmla="*/ 484442 w 585787"/>
              <a:gd name="connsiteY31" fmla="*/ 98298 h 585787"/>
              <a:gd name="connsiteX32" fmla="*/ 485966 w 585787"/>
              <a:gd name="connsiteY32" fmla="*/ 85916 h 585787"/>
              <a:gd name="connsiteX33" fmla="*/ 486918 w 585787"/>
              <a:gd name="connsiteY33" fmla="*/ 76867 h 585787"/>
              <a:gd name="connsiteX34" fmla="*/ 487490 w 585787"/>
              <a:gd name="connsiteY34" fmla="*/ 71342 h 585787"/>
              <a:gd name="connsiteX35" fmla="*/ 533210 w 585787"/>
              <a:gd name="connsiteY35" fmla="*/ 71342 h 585787"/>
              <a:gd name="connsiteX36" fmla="*/ 449771 w 585787"/>
              <a:gd name="connsiteY36" fmla="*/ 231934 h 585787"/>
              <a:gd name="connsiteX37" fmla="*/ 483870 w 585787"/>
              <a:gd name="connsiteY37" fmla="*/ 101537 h 585787"/>
              <a:gd name="connsiteX38" fmla="*/ 52483 w 585787"/>
              <a:gd name="connsiteY38" fmla="*/ 71438 h 585787"/>
              <a:gd name="connsiteX39" fmla="*/ 98203 w 585787"/>
              <a:gd name="connsiteY39" fmla="*/ 71438 h 585787"/>
              <a:gd name="connsiteX40" fmla="*/ 98774 w 585787"/>
              <a:gd name="connsiteY40" fmla="*/ 76962 h 585787"/>
              <a:gd name="connsiteX41" fmla="*/ 99727 w 585787"/>
              <a:gd name="connsiteY41" fmla="*/ 86011 h 585787"/>
              <a:gd name="connsiteX42" fmla="*/ 101251 w 585787"/>
              <a:gd name="connsiteY42" fmla="*/ 98393 h 585787"/>
              <a:gd name="connsiteX43" fmla="*/ 101727 w 585787"/>
              <a:gd name="connsiteY43" fmla="*/ 101727 h 585787"/>
              <a:gd name="connsiteX44" fmla="*/ 135827 w 585787"/>
              <a:gd name="connsiteY44" fmla="*/ 232124 h 585787"/>
              <a:gd name="connsiteX45" fmla="*/ 52388 w 585787"/>
              <a:gd name="connsiteY45" fmla="*/ 71533 h 585787"/>
              <a:gd name="connsiteX46" fmla="*/ 159925 w 585787"/>
              <a:gd name="connsiteY46" fmla="*/ 251079 h 585787"/>
              <a:gd name="connsiteX47" fmla="*/ 159544 w 585787"/>
              <a:gd name="connsiteY47" fmla="*/ 249841 h 585787"/>
              <a:gd name="connsiteX48" fmla="*/ 114681 w 585787"/>
              <a:gd name="connsiteY48" fmla="*/ 90297 h 585787"/>
              <a:gd name="connsiteX49" fmla="*/ 114491 w 585787"/>
              <a:gd name="connsiteY49" fmla="*/ 89154 h 585787"/>
              <a:gd name="connsiteX50" fmla="*/ 111919 w 585787"/>
              <a:gd name="connsiteY50" fmla="*/ 64103 h 585787"/>
              <a:gd name="connsiteX51" fmla="*/ 109538 w 585787"/>
              <a:gd name="connsiteY51" fmla="*/ 14288 h 585787"/>
              <a:gd name="connsiteX52" fmla="*/ 476155 w 585787"/>
              <a:gd name="connsiteY52" fmla="*/ 14288 h 585787"/>
              <a:gd name="connsiteX53" fmla="*/ 473774 w 585787"/>
              <a:gd name="connsiteY53" fmla="*/ 64103 h 585787"/>
              <a:gd name="connsiteX54" fmla="*/ 471202 w 585787"/>
              <a:gd name="connsiteY54" fmla="*/ 89154 h 585787"/>
              <a:gd name="connsiteX55" fmla="*/ 471011 w 585787"/>
              <a:gd name="connsiteY55" fmla="*/ 90297 h 585787"/>
              <a:gd name="connsiteX56" fmla="*/ 426149 w 585787"/>
              <a:gd name="connsiteY56" fmla="*/ 249841 h 585787"/>
              <a:gd name="connsiteX57" fmla="*/ 425768 w 585787"/>
              <a:gd name="connsiteY57" fmla="*/ 251079 h 585787"/>
              <a:gd name="connsiteX58" fmla="*/ 292799 w 585787"/>
              <a:gd name="connsiteY58" fmla="*/ 361950 h 585787"/>
              <a:gd name="connsiteX59" fmla="*/ 159830 w 585787"/>
              <a:gd name="connsiteY59" fmla="*/ 251079 h 585787"/>
              <a:gd name="connsiteX60" fmla="*/ 280988 w 585787"/>
              <a:gd name="connsiteY60" fmla="*/ 407194 h 585787"/>
              <a:gd name="connsiteX61" fmla="*/ 280988 w 585787"/>
              <a:gd name="connsiteY61" fmla="*/ 375475 h 585787"/>
              <a:gd name="connsiteX62" fmla="*/ 292894 w 585787"/>
              <a:gd name="connsiteY62" fmla="*/ 376238 h 585787"/>
              <a:gd name="connsiteX63" fmla="*/ 304800 w 585787"/>
              <a:gd name="connsiteY63" fmla="*/ 375475 h 585787"/>
              <a:gd name="connsiteX64" fmla="*/ 304800 w 585787"/>
              <a:gd name="connsiteY64" fmla="*/ 407194 h 585787"/>
              <a:gd name="connsiteX65" fmla="*/ 383953 w 585787"/>
              <a:gd name="connsiteY65" fmla="*/ 533400 h 585787"/>
              <a:gd name="connsiteX66" fmla="*/ 201835 w 585787"/>
              <a:gd name="connsiteY66" fmla="*/ 533400 h 585787"/>
              <a:gd name="connsiteX67" fmla="*/ 280988 w 585787"/>
              <a:gd name="connsiteY67" fmla="*/ 407194 h 585787"/>
              <a:gd name="connsiteX68" fmla="*/ 50006 w 585787"/>
              <a:gd name="connsiteY68" fmla="*/ 430435 h 585787"/>
              <a:gd name="connsiteX69" fmla="*/ 2096 w 585787"/>
              <a:gd name="connsiteY69" fmla="*/ 478346 h 585787"/>
              <a:gd name="connsiteX70" fmla="*/ 572 w 585787"/>
              <a:gd name="connsiteY70" fmla="*/ 486156 h 585787"/>
              <a:gd name="connsiteX71" fmla="*/ 7144 w 585787"/>
              <a:gd name="connsiteY71" fmla="*/ 490538 h 585787"/>
              <a:gd name="connsiteX72" fmla="*/ 121444 w 585787"/>
              <a:gd name="connsiteY72" fmla="*/ 490538 h 585787"/>
              <a:gd name="connsiteX73" fmla="*/ 128016 w 585787"/>
              <a:gd name="connsiteY73" fmla="*/ 486156 h 585787"/>
              <a:gd name="connsiteX74" fmla="*/ 126492 w 585787"/>
              <a:gd name="connsiteY74" fmla="*/ 478346 h 585787"/>
              <a:gd name="connsiteX75" fmla="*/ 78581 w 585787"/>
              <a:gd name="connsiteY75" fmla="*/ 430435 h 585787"/>
              <a:gd name="connsiteX76" fmla="*/ 128588 w 585787"/>
              <a:gd name="connsiteY76" fmla="*/ 311944 h 585787"/>
              <a:gd name="connsiteX77" fmla="*/ 121444 w 585787"/>
              <a:gd name="connsiteY77" fmla="*/ 304800 h 585787"/>
              <a:gd name="connsiteX78" fmla="*/ 7144 w 585787"/>
              <a:gd name="connsiteY78" fmla="*/ 304800 h 585787"/>
              <a:gd name="connsiteX79" fmla="*/ 0 w 585787"/>
              <a:gd name="connsiteY79" fmla="*/ 311944 h 585787"/>
              <a:gd name="connsiteX80" fmla="*/ 50006 w 585787"/>
              <a:gd name="connsiteY80" fmla="*/ 430435 h 585787"/>
              <a:gd name="connsiteX81" fmla="*/ 104204 w 585787"/>
              <a:gd name="connsiteY81" fmla="*/ 476250 h 585787"/>
              <a:gd name="connsiteX82" fmla="*/ 24384 w 585787"/>
              <a:gd name="connsiteY82" fmla="*/ 476250 h 585787"/>
              <a:gd name="connsiteX83" fmla="*/ 64294 w 585787"/>
              <a:gd name="connsiteY83" fmla="*/ 436340 h 585787"/>
              <a:gd name="connsiteX84" fmla="*/ 104204 w 585787"/>
              <a:gd name="connsiteY84" fmla="*/ 476250 h 585787"/>
              <a:gd name="connsiteX85" fmla="*/ 114205 w 585787"/>
              <a:gd name="connsiteY85" fmla="*/ 319088 h 585787"/>
              <a:gd name="connsiteX86" fmla="*/ 64294 w 585787"/>
              <a:gd name="connsiteY86" fmla="*/ 419100 h 585787"/>
              <a:gd name="connsiteX87" fmla="*/ 14383 w 585787"/>
              <a:gd name="connsiteY87" fmla="*/ 319088 h 585787"/>
              <a:gd name="connsiteX88" fmla="*/ 114205 w 585787"/>
              <a:gd name="connsiteY88" fmla="*/ 319088 h 585787"/>
              <a:gd name="connsiteX89" fmla="*/ 585788 w 585787"/>
              <a:gd name="connsiteY89" fmla="*/ 311944 h 585787"/>
              <a:gd name="connsiteX90" fmla="*/ 578644 w 585787"/>
              <a:gd name="connsiteY90" fmla="*/ 304800 h 585787"/>
              <a:gd name="connsiteX91" fmla="*/ 464344 w 585787"/>
              <a:gd name="connsiteY91" fmla="*/ 304800 h 585787"/>
              <a:gd name="connsiteX92" fmla="*/ 457200 w 585787"/>
              <a:gd name="connsiteY92" fmla="*/ 311944 h 585787"/>
              <a:gd name="connsiteX93" fmla="*/ 507206 w 585787"/>
              <a:gd name="connsiteY93" fmla="*/ 430435 h 585787"/>
              <a:gd name="connsiteX94" fmla="*/ 459296 w 585787"/>
              <a:gd name="connsiteY94" fmla="*/ 478346 h 585787"/>
              <a:gd name="connsiteX95" fmla="*/ 457772 w 585787"/>
              <a:gd name="connsiteY95" fmla="*/ 486156 h 585787"/>
              <a:gd name="connsiteX96" fmla="*/ 464344 w 585787"/>
              <a:gd name="connsiteY96" fmla="*/ 490538 h 585787"/>
              <a:gd name="connsiteX97" fmla="*/ 578644 w 585787"/>
              <a:gd name="connsiteY97" fmla="*/ 490538 h 585787"/>
              <a:gd name="connsiteX98" fmla="*/ 585216 w 585787"/>
              <a:gd name="connsiteY98" fmla="*/ 486156 h 585787"/>
              <a:gd name="connsiteX99" fmla="*/ 583692 w 585787"/>
              <a:gd name="connsiteY99" fmla="*/ 478346 h 585787"/>
              <a:gd name="connsiteX100" fmla="*/ 535781 w 585787"/>
              <a:gd name="connsiteY100" fmla="*/ 430435 h 585787"/>
              <a:gd name="connsiteX101" fmla="*/ 585788 w 585787"/>
              <a:gd name="connsiteY101" fmla="*/ 311944 h 585787"/>
              <a:gd name="connsiteX102" fmla="*/ 561404 w 585787"/>
              <a:gd name="connsiteY102" fmla="*/ 476250 h 585787"/>
              <a:gd name="connsiteX103" fmla="*/ 481584 w 585787"/>
              <a:gd name="connsiteY103" fmla="*/ 476250 h 585787"/>
              <a:gd name="connsiteX104" fmla="*/ 521494 w 585787"/>
              <a:gd name="connsiteY104" fmla="*/ 436340 h 585787"/>
              <a:gd name="connsiteX105" fmla="*/ 561404 w 585787"/>
              <a:gd name="connsiteY105" fmla="*/ 476250 h 585787"/>
              <a:gd name="connsiteX106" fmla="*/ 521494 w 585787"/>
              <a:gd name="connsiteY106" fmla="*/ 419100 h 585787"/>
              <a:gd name="connsiteX107" fmla="*/ 471583 w 585787"/>
              <a:gd name="connsiteY107" fmla="*/ 319088 h 585787"/>
              <a:gd name="connsiteX108" fmla="*/ 571405 w 585787"/>
              <a:gd name="connsiteY108" fmla="*/ 319088 h 585787"/>
              <a:gd name="connsiteX109" fmla="*/ 521494 w 585787"/>
              <a:gd name="connsiteY109" fmla="*/ 419100 h 58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</a:cxnLst>
            <a:rect l="l" t="t" r="r" b="b"/>
            <a:pathLst>
              <a:path w="585787" h="585787">
                <a:moveTo>
                  <a:pt x="140494" y="533400"/>
                </a:moveTo>
                <a:cubicBezTo>
                  <a:pt x="136589" y="533400"/>
                  <a:pt x="133350" y="536638"/>
                  <a:pt x="133350" y="540544"/>
                </a:cubicBezTo>
                <a:lnTo>
                  <a:pt x="133350" y="578644"/>
                </a:lnTo>
                <a:cubicBezTo>
                  <a:pt x="133350" y="582549"/>
                  <a:pt x="136589" y="585788"/>
                  <a:pt x="140494" y="585788"/>
                </a:cubicBezTo>
                <a:lnTo>
                  <a:pt x="445294" y="585788"/>
                </a:lnTo>
                <a:cubicBezTo>
                  <a:pt x="449199" y="585788"/>
                  <a:pt x="452438" y="582549"/>
                  <a:pt x="452438" y="578644"/>
                </a:cubicBezTo>
                <a:lnTo>
                  <a:pt x="452438" y="540544"/>
                </a:lnTo>
                <a:cubicBezTo>
                  <a:pt x="452438" y="536638"/>
                  <a:pt x="449199" y="533400"/>
                  <a:pt x="445294" y="533400"/>
                </a:cubicBezTo>
                <a:cubicBezTo>
                  <a:pt x="375666" y="533400"/>
                  <a:pt x="319088" y="476822"/>
                  <a:pt x="319088" y="407194"/>
                </a:cubicBezTo>
                <a:lnTo>
                  <a:pt x="319088" y="372904"/>
                </a:lnTo>
                <a:cubicBezTo>
                  <a:pt x="365570" y="361379"/>
                  <a:pt x="407003" y="319469"/>
                  <a:pt x="437579" y="258318"/>
                </a:cubicBezTo>
                <a:cubicBezTo>
                  <a:pt x="506540" y="214217"/>
                  <a:pt x="547688" y="141827"/>
                  <a:pt x="547688" y="64294"/>
                </a:cubicBezTo>
                <a:cubicBezTo>
                  <a:pt x="547688" y="60389"/>
                  <a:pt x="544449" y="57150"/>
                  <a:pt x="540544" y="57150"/>
                </a:cubicBezTo>
                <a:lnTo>
                  <a:pt x="488633" y="57150"/>
                </a:lnTo>
                <a:cubicBezTo>
                  <a:pt x="489871" y="40767"/>
                  <a:pt x="490538" y="24098"/>
                  <a:pt x="490538" y="7144"/>
                </a:cubicBezTo>
                <a:cubicBezTo>
                  <a:pt x="490538" y="3239"/>
                  <a:pt x="487299" y="0"/>
                  <a:pt x="483394" y="0"/>
                </a:cubicBezTo>
                <a:lnTo>
                  <a:pt x="102394" y="0"/>
                </a:lnTo>
                <a:cubicBezTo>
                  <a:pt x="98489" y="0"/>
                  <a:pt x="95250" y="3239"/>
                  <a:pt x="95250" y="7144"/>
                </a:cubicBezTo>
                <a:cubicBezTo>
                  <a:pt x="95250" y="24098"/>
                  <a:pt x="95917" y="40767"/>
                  <a:pt x="97155" y="57150"/>
                </a:cubicBezTo>
                <a:lnTo>
                  <a:pt x="45244" y="57150"/>
                </a:lnTo>
                <a:cubicBezTo>
                  <a:pt x="41339" y="57150"/>
                  <a:pt x="38100" y="60389"/>
                  <a:pt x="38100" y="64294"/>
                </a:cubicBezTo>
                <a:cubicBezTo>
                  <a:pt x="38100" y="141827"/>
                  <a:pt x="79248" y="214217"/>
                  <a:pt x="148209" y="258318"/>
                </a:cubicBezTo>
                <a:cubicBezTo>
                  <a:pt x="178689" y="319469"/>
                  <a:pt x="220123" y="361379"/>
                  <a:pt x="266700" y="372904"/>
                </a:cubicBezTo>
                <a:lnTo>
                  <a:pt x="266700" y="407194"/>
                </a:lnTo>
                <a:cubicBezTo>
                  <a:pt x="266700" y="476822"/>
                  <a:pt x="210122" y="533400"/>
                  <a:pt x="140494" y="533400"/>
                </a:cubicBezTo>
                <a:close/>
                <a:moveTo>
                  <a:pt x="438150" y="571500"/>
                </a:moveTo>
                <a:lnTo>
                  <a:pt x="147638" y="571500"/>
                </a:lnTo>
                <a:lnTo>
                  <a:pt x="147638" y="547688"/>
                </a:lnTo>
                <a:lnTo>
                  <a:pt x="438150" y="547688"/>
                </a:lnTo>
                <a:lnTo>
                  <a:pt x="438150" y="571500"/>
                </a:lnTo>
                <a:close/>
                <a:moveTo>
                  <a:pt x="483965" y="101632"/>
                </a:moveTo>
                <a:cubicBezTo>
                  <a:pt x="484156" y="100489"/>
                  <a:pt x="484251" y="99441"/>
                  <a:pt x="484442" y="98298"/>
                </a:cubicBezTo>
                <a:cubicBezTo>
                  <a:pt x="485013" y="94202"/>
                  <a:pt x="485489" y="90106"/>
                  <a:pt x="485966" y="85916"/>
                </a:cubicBezTo>
                <a:cubicBezTo>
                  <a:pt x="486347" y="82963"/>
                  <a:pt x="486632" y="79915"/>
                  <a:pt x="486918" y="76867"/>
                </a:cubicBezTo>
                <a:cubicBezTo>
                  <a:pt x="487109" y="75057"/>
                  <a:pt x="487394" y="73247"/>
                  <a:pt x="487490" y="71342"/>
                </a:cubicBezTo>
                <a:lnTo>
                  <a:pt x="533210" y="71342"/>
                </a:lnTo>
                <a:cubicBezTo>
                  <a:pt x="531019" y="133445"/>
                  <a:pt x="500539" y="191643"/>
                  <a:pt x="449771" y="231934"/>
                </a:cubicBezTo>
                <a:cubicBezTo>
                  <a:pt x="465677" y="193072"/>
                  <a:pt x="477203" y="148781"/>
                  <a:pt x="483870" y="101537"/>
                </a:cubicBezTo>
                <a:close/>
                <a:moveTo>
                  <a:pt x="52483" y="71438"/>
                </a:moveTo>
                <a:lnTo>
                  <a:pt x="98203" y="71438"/>
                </a:lnTo>
                <a:cubicBezTo>
                  <a:pt x="98393" y="73247"/>
                  <a:pt x="98584" y="75152"/>
                  <a:pt x="98774" y="76962"/>
                </a:cubicBezTo>
                <a:cubicBezTo>
                  <a:pt x="99060" y="80010"/>
                  <a:pt x="99441" y="82963"/>
                  <a:pt x="99727" y="86011"/>
                </a:cubicBezTo>
                <a:cubicBezTo>
                  <a:pt x="100203" y="90106"/>
                  <a:pt x="100679" y="94298"/>
                  <a:pt x="101251" y="98393"/>
                </a:cubicBezTo>
                <a:cubicBezTo>
                  <a:pt x="101441" y="99536"/>
                  <a:pt x="101537" y="100584"/>
                  <a:pt x="101727" y="101727"/>
                </a:cubicBezTo>
                <a:cubicBezTo>
                  <a:pt x="108394" y="149066"/>
                  <a:pt x="119825" y="193262"/>
                  <a:pt x="135827" y="232124"/>
                </a:cubicBezTo>
                <a:cubicBezTo>
                  <a:pt x="85058" y="191834"/>
                  <a:pt x="54578" y="133636"/>
                  <a:pt x="52388" y="71533"/>
                </a:cubicBezTo>
                <a:close/>
                <a:moveTo>
                  <a:pt x="159925" y="251079"/>
                </a:moveTo>
                <a:cubicBezTo>
                  <a:pt x="159925" y="251079"/>
                  <a:pt x="159734" y="250222"/>
                  <a:pt x="159544" y="249841"/>
                </a:cubicBezTo>
                <a:cubicBezTo>
                  <a:pt x="137446" y="204502"/>
                  <a:pt x="122111" y="149828"/>
                  <a:pt x="114681" y="90297"/>
                </a:cubicBezTo>
                <a:cubicBezTo>
                  <a:pt x="114681" y="89916"/>
                  <a:pt x="114586" y="89535"/>
                  <a:pt x="114491" y="89154"/>
                </a:cubicBezTo>
                <a:cubicBezTo>
                  <a:pt x="113443" y="80867"/>
                  <a:pt x="112586" y="72581"/>
                  <a:pt x="111919" y="64103"/>
                </a:cubicBezTo>
                <a:cubicBezTo>
                  <a:pt x="110585" y="47816"/>
                  <a:pt x="109728" y="31242"/>
                  <a:pt x="109538" y="14288"/>
                </a:cubicBezTo>
                <a:lnTo>
                  <a:pt x="476155" y="14288"/>
                </a:lnTo>
                <a:cubicBezTo>
                  <a:pt x="475964" y="31242"/>
                  <a:pt x="475202" y="47816"/>
                  <a:pt x="473774" y="64103"/>
                </a:cubicBezTo>
                <a:cubicBezTo>
                  <a:pt x="473107" y="72581"/>
                  <a:pt x="472154" y="80867"/>
                  <a:pt x="471202" y="89154"/>
                </a:cubicBezTo>
                <a:cubicBezTo>
                  <a:pt x="471202" y="89535"/>
                  <a:pt x="471107" y="89916"/>
                  <a:pt x="471011" y="90297"/>
                </a:cubicBezTo>
                <a:cubicBezTo>
                  <a:pt x="463582" y="149828"/>
                  <a:pt x="448247" y="204502"/>
                  <a:pt x="426149" y="249841"/>
                </a:cubicBezTo>
                <a:cubicBezTo>
                  <a:pt x="425958" y="250222"/>
                  <a:pt x="425863" y="250698"/>
                  <a:pt x="425768" y="251079"/>
                </a:cubicBezTo>
                <a:cubicBezTo>
                  <a:pt x="392335" y="319278"/>
                  <a:pt x="345091" y="361950"/>
                  <a:pt x="292799" y="361950"/>
                </a:cubicBezTo>
                <a:cubicBezTo>
                  <a:pt x="240506" y="361950"/>
                  <a:pt x="193262" y="319278"/>
                  <a:pt x="159830" y="251079"/>
                </a:cubicBezTo>
                <a:close/>
                <a:moveTo>
                  <a:pt x="280988" y="407194"/>
                </a:moveTo>
                <a:lnTo>
                  <a:pt x="280988" y="375475"/>
                </a:lnTo>
                <a:cubicBezTo>
                  <a:pt x="284893" y="375952"/>
                  <a:pt x="288893" y="376238"/>
                  <a:pt x="292894" y="376238"/>
                </a:cubicBezTo>
                <a:cubicBezTo>
                  <a:pt x="296894" y="376238"/>
                  <a:pt x="300895" y="375952"/>
                  <a:pt x="304800" y="375475"/>
                </a:cubicBezTo>
                <a:lnTo>
                  <a:pt x="304800" y="407194"/>
                </a:lnTo>
                <a:cubicBezTo>
                  <a:pt x="304800" y="462629"/>
                  <a:pt x="337185" y="510540"/>
                  <a:pt x="383953" y="533400"/>
                </a:cubicBezTo>
                <a:lnTo>
                  <a:pt x="201835" y="533400"/>
                </a:lnTo>
                <a:cubicBezTo>
                  <a:pt x="248602" y="510540"/>
                  <a:pt x="280988" y="462629"/>
                  <a:pt x="280988" y="407194"/>
                </a:cubicBezTo>
                <a:close/>
                <a:moveTo>
                  <a:pt x="50006" y="430435"/>
                </a:moveTo>
                <a:lnTo>
                  <a:pt x="2096" y="478346"/>
                </a:lnTo>
                <a:cubicBezTo>
                  <a:pt x="95" y="480346"/>
                  <a:pt x="-572" y="483489"/>
                  <a:pt x="572" y="486156"/>
                </a:cubicBezTo>
                <a:cubicBezTo>
                  <a:pt x="1715" y="488823"/>
                  <a:pt x="4286" y="490538"/>
                  <a:pt x="7144" y="490538"/>
                </a:cubicBezTo>
                <a:lnTo>
                  <a:pt x="121444" y="490538"/>
                </a:lnTo>
                <a:cubicBezTo>
                  <a:pt x="124301" y="490538"/>
                  <a:pt x="126968" y="488823"/>
                  <a:pt x="128016" y="486156"/>
                </a:cubicBezTo>
                <a:cubicBezTo>
                  <a:pt x="129159" y="483489"/>
                  <a:pt x="128492" y="480441"/>
                  <a:pt x="126492" y="478346"/>
                </a:cubicBezTo>
                <a:lnTo>
                  <a:pt x="78581" y="430435"/>
                </a:lnTo>
                <a:cubicBezTo>
                  <a:pt x="107537" y="418433"/>
                  <a:pt x="128588" y="370713"/>
                  <a:pt x="128588" y="311944"/>
                </a:cubicBezTo>
                <a:cubicBezTo>
                  <a:pt x="128588" y="308039"/>
                  <a:pt x="125349" y="304800"/>
                  <a:pt x="121444" y="304800"/>
                </a:cubicBezTo>
                <a:lnTo>
                  <a:pt x="7144" y="304800"/>
                </a:lnTo>
                <a:cubicBezTo>
                  <a:pt x="3239" y="304800"/>
                  <a:pt x="0" y="308039"/>
                  <a:pt x="0" y="311944"/>
                </a:cubicBezTo>
                <a:cubicBezTo>
                  <a:pt x="0" y="370713"/>
                  <a:pt x="21050" y="418433"/>
                  <a:pt x="50006" y="430435"/>
                </a:cubicBezTo>
                <a:close/>
                <a:moveTo>
                  <a:pt x="104204" y="476250"/>
                </a:moveTo>
                <a:lnTo>
                  <a:pt x="24384" y="476250"/>
                </a:lnTo>
                <a:lnTo>
                  <a:pt x="64294" y="436340"/>
                </a:lnTo>
                <a:lnTo>
                  <a:pt x="104204" y="476250"/>
                </a:lnTo>
                <a:close/>
                <a:moveTo>
                  <a:pt x="114205" y="319088"/>
                </a:moveTo>
                <a:cubicBezTo>
                  <a:pt x="112395" y="373951"/>
                  <a:pt x="90297" y="419100"/>
                  <a:pt x="64294" y="419100"/>
                </a:cubicBezTo>
                <a:cubicBezTo>
                  <a:pt x="38291" y="419100"/>
                  <a:pt x="16192" y="373951"/>
                  <a:pt x="14383" y="319088"/>
                </a:cubicBezTo>
                <a:lnTo>
                  <a:pt x="114205" y="319088"/>
                </a:lnTo>
                <a:close/>
                <a:moveTo>
                  <a:pt x="585788" y="311944"/>
                </a:moveTo>
                <a:cubicBezTo>
                  <a:pt x="585788" y="308039"/>
                  <a:pt x="582549" y="304800"/>
                  <a:pt x="578644" y="304800"/>
                </a:cubicBezTo>
                <a:lnTo>
                  <a:pt x="464344" y="304800"/>
                </a:lnTo>
                <a:cubicBezTo>
                  <a:pt x="460439" y="304800"/>
                  <a:pt x="457200" y="308039"/>
                  <a:pt x="457200" y="311944"/>
                </a:cubicBezTo>
                <a:cubicBezTo>
                  <a:pt x="457200" y="370713"/>
                  <a:pt x="478250" y="418433"/>
                  <a:pt x="507206" y="430435"/>
                </a:cubicBezTo>
                <a:lnTo>
                  <a:pt x="459296" y="478346"/>
                </a:lnTo>
                <a:cubicBezTo>
                  <a:pt x="457295" y="480346"/>
                  <a:pt x="456629" y="483489"/>
                  <a:pt x="457772" y="486156"/>
                </a:cubicBezTo>
                <a:cubicBezTo>
                  <a:pt x="458915" y="488823"/>
                  <a:pt x="461486" y="490538"/>
                  <a:pt x="464344" y="490538"/>
                </a:cubicBezTo>
                <a:lnTo>
                  <a:pt x="578644" y="490538"/>
                </a:lnTo>
                <a:cubicBezTo>
                  <a:pt x="581501" y="490538"/>
                  <a:pt x="584168" y="488823"/>
                  <a:pt x="585216" y="486156"/>
                </a:cubicBezTo>
                <a:cubicBezTo>
                  <a:pt x="586359" y="483489"/>
                  <a:pt x="585692" y="480441"/>
                  <a:pt x="583692" y="478346"/>
                </a:cubicBezTo>
                <a:lnTo>
                  <a:pt x="535781" y="430435"/>
                </a:lnTo>
                <a:cubicBezTo>
                  <a:pt x="564737" y="418433"/>
                  <a:pt x="585788" y="370713"/>
                  <a:pt x="585788" y="311944"/>
                </a:cubicBezTo>
                <a:close/>
                <a:moveTo>
                  <a:pt x="561404" y="476250"/>
                </a:moveTo>
                <a:lnTo>
                  <a:pt x="481584" y="476250"/>
                </a:lnTo>
                <a:lnTo>
                  <a:pt x="521494" y="436340"/>
                </a:lnTo>
                <a:lnTo>
                  <a:pt x="561404" y="476250"/>
                </a:lnTo>
                <a:close/>
                <a:moveTo>
                  <a:pt x="521494" y="419100"/>
                </a:moveTo>
                <a:cubicBezTo>
                  <a:pt x="495491" y="419100"/>
                  <a:pt x="473393" y="373951"/>
                  <a:pt x="471583" y="319088"/>
                </a:cubicBezTo>
                <a:lnTo>
                  <a:pt x="571405" y="319088"/>
                </a:lnTo>
                <a:cubicBezTo>
                  <a:pt x="569595" y="373951"/>
                  <a:pt x="547497" y="419100"/>
                  <a:pt x="521494" y="419100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>
              <a:solidFill>
                <a:srgbClr val="07182D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D1C2670-47EF-44D0-5324-25EDE2A8AE4C}"/>
              </a:ext>
            </a:extLst>
          </p:cNvPr>
          <p:cNvSpPr/>
          <p:nvPr/>
        </p:nvSpPr>
        <p:spPr>
          <a:xfrm>
            <a:off x="561072" y="2399014"/>
            <a:ext cx="581253" cy="576675"/>
          </a:xfrm>
          <a:custGeom>
            <a:avLst/>
            <a:gdLst>
              <a:gd name="connsiteX0" fmla="*/ 2178 w 578726"/>
              <a:gd name="connsiteY0" fmla="*/ 572072 h 574166"/>
              <a:gd name="connsiteX1" fmla="*/ 7226 w 578726"/>
              <a:gd name="connsiteY1" fmla="*/ 574167 h 574166"/>
              <a:gd name="connsiteX2" fmla="*/ 9512 w 578726"/>
              <a:gd name="connsiteY2" fmla="*/ 573786 h 574166"/>
              <a:gd name="connsiteX3" fmla="*/ 466712 w 578726"/>
              <a:gd name="connsiteY3" fmla="*/ 421386 h 574166"/>
              <a:gd name="connsiteX4" fmla="*/ 471380 w 578726"/>
              <a:gd name="connsiteY4" fmla="*/ 416242 h 574166"/>
              <a:gd name="connsiteX5" fmla="*/ 469475 w 578726"/>
              <a:gd name="connsiteY5" fmla="*/ 409575 h 574166"/>
              <a:gd name="connsiteX6" fmla="*/ 402228 w 578726"/>
              <a:gd name="connsiteY6" fmla="*/ 342329 h 574166"/>
              <a:gd name="connsiteX7" fmla="*/ 421564 w 578726"/>
              <a:gd name="connsiteY7" fmla="*/ 312230 h 574166"/>
              <a:gd name="connsiteX8" fmla="*/ 440614 w 578726"/>
              <a:gd name="connsiteY8" fmla="*/ 293180 h 574166"/>
              <a:gd name="connsiteX9" fmla="*/ 473951 w 578726"/>
              <a:gd name="connsiteY9" fmla="*/ 259842 h 574166"/>
              <a:gd name="connsiteX10" fmla="*/ 493001 w 578726"/>
              <a:gd name="connsiteY10" fmla="*/ 240792 h 574166"/>
              <a:gd name="connsiteX11" fmla="*/ 526339 w 578726"/>
              <a:gd name="connsiteY11" fmla="*/ 207455 h 574166"/>
              <a:gd name="connsiteX12" fmla="*/ 545389 w 578726"/>
              <a:gd name="connsiteY12" fmla="*/ 188405 h 574166"/>
              <a:gd name="connsiteX13" fmla="*/ 578726 w 578726"/>
              <a:gd name="connsiteY13" fmla="*/ 155067 h 574166"/>
              <a:gd name="connsiteX14" fmla="*/ 564439 w 578726"/>
              <a:gd name="connsiteY14" fmla="*/ 155067 h 574166"/>
              <a:gd name="connsiteX15" fmla="*/ 545389 w 578726"/>
              <a:gd name="connsiteY15" fmla="*/ 174117 h 574166"/>
              <a:gd name="connsiteX16" fmla="*/ 512051 w 578726"/>
              <a:gd name="connsiteY16" fmla="*/ 207455 h 574166"/>
              <a:gd name="connsiteX17" fmla="*/ 493001 w 578726"/>
              <a:gd name="connsiteY17" fmla="*/ 226505 h 574166"/>
              <a:gd name="connsiteX18" fmla="*/ 459664 w 578726"/>
              <a:gd name="connsiteY18" fmla="*/ 259842 h 574166"/>
              <a:gd name="connsiteX19" fmla="*/ 440614 w 578726"/>
              <a:gd name="connsiteY19" fmla="*/ 278892 h 574166"/>
              <a:gd name="connsiteX20" fmla="*/ 407276 w 578726"/>
              <a:gd name="connsiteY20" fmla="*/ 312230 h 574166"/>
              <a:gd name="connsiteX21" fmla="*/ 390893 w 578726"/>
              <a:gd name="connsiteY21" fmla="*/ 330994 h 574166"/>
              <a:gd name="connsiteX22" fmla="*/ 260020 w 578726"/>
              <a:gd name="connsiteY22" fmla="*/ 200120 h 574166"/>
              <a:gd name="connsiteX23" fmla="*/ 276117 w 578726"/>
              <a:gd name="connsiteY23" fmla="*/ 171736 h 574166"/>
              <a:gd name="connsiteX24" fmla="*/ 295167 w 578726"/>
              <a:gd name="connsiteY24" fmla="*/ 152686 h 574166"/>
              <a:gd name="connsiteX25" fmla="*/ 328505 w 578726"/>
              <a:gd name="connsiteY25" fmla="*/ 119348 h 574166"/>
              <a:gd name="connsiteX26" fmla="*/ 347555 w 578726"/>
              <a:gd name="connsiteY26" fmla="*/ 100298 h 574166"/>
              <a:gd name="connsiteX27" fmla="*/ 380892 w 578726"/>
              <a:gd name="connsiteY27" fmla="*/ 66961 h 574166"/>
              <a:gd name="connsiteX28" fmla="*/ 399942 w 578726"/>
              <a:gd name="connsiteY28" fmla="*/ 47911 h 574166"/>
              <a:gd name="connsiteX29" fmla="*/ 433280 w 578726"/>
              <a:gd name="connsiteY29" fmla="*/ 14573 h 574166"/>
              <a:gd name="connsiteX30" fmla="*/ 418992 w 578726"/>
              <a:gd name="connsiteY30" fmla="*/ 14573 h 574166"/>
              <a:gd name="connsiteX31" fmla="*/ 399942 w 578726"/>
              <a:gd name="connsiteY31" fmla="*/ 33623 h 574166"/>
              <a:gd name="connsiteX32" fmla="*/ 366605 w 578726"/>
              <a:gd name="connsiteY32" fmla="*/ 66961 h 574166"/>
              <a:gd name="connsiteX33" fmla="*/ 347555 w 578726"/>
              <a:gd name="connsiteY33" fmla="*/ 86011 h 574166"/>
              <a:gd name="connsiteX34" fmla="*/ 314217 w 578726"/>
              <a:gd name="connsiteY34" fmla="*/ 119348 h 574166"/>
              <a:gd name="connsiteX35" fmla="*/ 295167 w 578726"/>
              <a:gd name="connsiteY35" fmla="*/ 138398 h 574166"/>
              <a:gd name="connsiteX36" fmla="*/ 261830 w 578726"/>
              <a:gd name="connsiteY36" fmla="*/ 171736 h 574166"/>
              <a:gd name="connsiteX37" fmla="*/ 249352 w 578726"/>
              <a:gd name="connsiteY37" fmla="*/ 189548 h 574166"/>
              <a:gd name="connsiteX38" fmla="*/ 164579 w 578726"/>
              <a:gd name="connsiteY38" fmla="*/ 104775 h 574166"/>
              <a:gd name="connsiteX39" fmla="*/ 157912 w 578726"/>
              <a:gd name="connsiteY39" fmla="*/ 102870 h 574166"/>
              <a:gd name="connsiteX40" fmla="*/ 152768 w 578726"/>
              <a:gd name="connsiteY40" fmla="*/ 107537 h 574166"/>
              <a:gd name="connsiteX41" fmla="*/ 368 w 578726"/>
              <a:gd name="connsiteY41" fmla="*/ 564737 h 574166"/>
              <a:gd name="connsiteX42" fmla="*/ 2083 w 578726"/>
              <a:gd name="connsiteY42" fmla="*/ 572072 h 574166"/>
              <a:gd name="connsiteX43" fmla="*/ 162770 w 578726"/>
              <a:gd name="connsiteY43" fmla="*/ 123063 h 574166"/>
              <a:gd name="connsiteX44" fmla="*/ 237636 w 578726"/>
              <a:gd name="connsiteY44" fmla="*/ 197930 h 574166"/>
              <a:gd name="connsiteX45" fmla="*/ 137814 w 578726"/>
              <a:gd name="connsiteY45" fmla="*/ 197930 h 574166"/>
              <a:gd name="connsiteX46" fmla="*/ 162770 w 578726"/>
              <a:gd name="connsiteY46" fmla="*/ 123063 h 574166"/>
              <a:gd name="connsiteX47" fmla="*/ 133052 w 578726"/>
              <a:gd name="connsiteY47" fmla="*/ 212217 h 574166"/>
              <a:gd name="connsiteX48" fmla="*/ 251924 w 578726"/>
              <a:gd name="connsiteY48" fmla="*/ 212217 h 574166"/>
              <a:gd name="connsiteX49" fmla="*/ 313836 w 578726"/>
              <a:gd name="connsiteY49" fmla="*/ 274130 h 574166"/>
              <a:gd name="connsiteX50" fmla="*/ 112382 w 578726"/>
              <a:gd name="connsiteY50" fmla="*/ 274130 h 574166"/>
              <a:gd name="connsiteX51" fmla="*/ 133052 w 578726"/>
              <a:gd name="connsiteY51" fmla="*/ 212217 h 574166"/>
              <a:gd name="connsiteX52" fmla="*/ 107620 w 578726"/>
              <a:gd name="connsiteY52" fmla="*/ 288417 h 574166"/>
              <a:gd name="connsiteX53" fmla="*/ 328124 w 578726"/>
              <a:gd name="connsiteY53" fmla="*/ 288417 h 574166"/>
              <a:gd name="connsiteX54" fmla="*/ 390036 w 578726"/>
              <a:gd name="connsiteY54" fmla="*/ 350330 h 574166"/>
              <a:gd name="connsiteX55" fmla="*/ 86951 w 578726"/>
              <a:gd name="connsiteY55" fmla="*/ 350330 h 574166"/>
              <a:gd name="connsiteX56" fmla="*/ 107620 w 578726"/>
              <a:gd name="connsiteY56" fmla="*/ 288417 h 574166"/>
              <a:gd name="connsiteX57" fmla="*/ 82188 w 578726"/>
              <a:gd name="connsiteY57" fmla="*/ 364617 h 574166"/>
              <a:gd name="connsiteX58" fmla="*/ 404324 w 578726"/>
              <a:gd name="connsiteY58" fmla="*/ 364617 h 574166"/>
              <a:gd name="connsiteX59" fmla="*/ 451187 w 578726"/>
              <a:gd name="connsiteY59" fmla="*/ 411480 h 574166"/>
              <a:gd name="connsiteX60" fmla="*/ 406133 w 578726"/>
              <a:gd name="connsiteY60" fmla="*/ 426530 h 574166"/>
              <a:gd name="connsiteX61" fmla="*/ 61614 w 578726"/>
              <a:gd name="connsiteY61" fmla="*/ 426530 h 574166"/>
              <a:gd name="connsiteX62" fmla="*/ 82283 w 578726"/>
              <a:gd name="connsiteY62" fmla="*/ 364617 h 574166"/>
              <a:gd name="connsiteX63" fmla="*/ 56756 w 578726"/>
              <a:gd name="connsiteY63" fmla="*/ 440817 h 574166"/>
              <a:gd name="connsiteX64" fmla="*/ 363176 w 578726"/>
              <a:gd name="connsiteY64" fmla="*/ 440817 h 574166"/>
              <a:gd name="connsiteX65" fmla="*/ 177438 w 578726"/>
              <a:gd name="connsiteY65" fmla="*/ 502730 h 574166"/>
              <a:gd name="connsiteX66" fmla="*/ 36087 w 578726"/>
              <a:gd name="connsiteY66" fmla="*/ 502730 h 574166"/>
              <a:gd name="connsiteX67" fmla="*/ 56756 w 578726"/>
              <a:gd name="connsiteY67" fmla="*/ 440817 h 574166"/>
              <a:gd name="connsiteX68" fmla="*/ 31325 w 578726"/>
              <a:gd name="connsiteY68" fmla="*/ 517017 h 574166"/>
              <a:gd name="connsiteX69" fmla="*/ 134576 w 578726"/>
              <a:gd name="connsiteY69" fmla="*/ 517017 h 574166"/>
              <a:gd name="connsiteX70" fmla="*/ 18466 w 578726"/>
              <a:gd name="connsiteY70" fmla="*/ 555689 h 574166"/>
              <a:gd name="connsiteX71" fmla="*/ 31325 w 578726"/>
              <a:gd name="connsiteY71" fmla="*/ 517017 h 574166"/>
              <a:gd name="connsiteX72" fmla="*/ 273831 w 578726"/>
              <a:gd name="connsiteY72" fmla="*/ 21717 h 574166"/>
              <a:gd name="connsiteX73" fmla="*/ 273831 w 578726"/>
              <a:gd name="connsiteY73" fmla="*/ 7429 h 574166"/>
              <a:gd name="connsiteX74" fmla="*/ 311931 w 578726"/>
              <a:gd name="connsiteY74" fmla="*/ 7429 h 574166"/>
              <a:gd name="connsiteX75" fmla="*/ 311931 w 578726"/>
              <a:gd name="connsiteY75" fmla="*/ 21717 h 574166"/>
              <a:gd name="connsiteX76" fmla="*/ 273831 w 578726"/>
              <a:gd name="connsiteY76" fmla="*/ 21717 h 574166"/>
              <a:gd name="connsiteX77" fmla="*/ 350031 w 578726"/>
              <a:gd name="connsiteY77" fmla="*/ 197930 h 574166"/>
              <a:gd name="connsiteX78" fmla="*/ 388131 w 578726"/>
              <a:gd name="connsiteY78" fmla="*/ 197930 h 574166"/>
              <a:gd name="connsiteX79" fmla="*/ 388131 w 578726"/>
              <a:gd name="connsiteY79" fmla="*/ 212217 h 574166"/>
              <a:gd name="connsiteX80" fmla="*/ 350031 w 578726"/>
              <a:gd name="connsiteY80" fmla="*/ 212217 h 574166"/>
              <a:gd name="connsiteX81" fmla="*/ 350031 w 578726"/>
              <a:gd name="connsiteY81" fmla="*/ 197930 h 574166"/>
              <a:gd name="connsiteX82" fmla="*/ 419183 w 578726"/>
              <a:gd name="connsiteY82" fmla="*/ 109823 h 574166"/>
              <a:gd name="connsiteX83" fmla="*/ 433470 w 578726"/>
              <a:gd name="connsiteY83" fmla="*/ 109823 h 574166"/>
              <a:gd name="connsiteX84" fmla="*/ 433470 w 578726"/>
              <a:gd name="connsiteY84" fmla="*/ 147923 h 574166"/>
              <a:gd name="connsiteX85" fmla="*/ 419183 w 578726"/>
              <a:gd name="connsiteY85" fmla="*/ 147923 h 574166"/>
              <a:gd name="connsiteX86" fmla="*/ 419183 w 578726"/>
              <a:gd name="connsiteY86" fmla="*/ 109823 h 574166"/>
              <a:gd name="connsiteX87" fmla="*/ 209537 w 578726"/>
              <a:gd name="connsiteY87" fmla="*/ 52673 h 574166"/>
              <a:gd name="connsiteX88" fmla="*/ 209537 w 578726"/>
              <a:gd name="connsiteY88" fmla="*/ 14573 h 574166"/>
              <a:gd name="connsiteX89" fmla="*/ 223825 w 578726"/>
              <a:gd name="connsiteY89" fmla="*/ 14573 h 574166"/>
              <a:gd name="connsiteX90" fmla="*/ 223825 w 578726"/>
              <a:gd name="connsiteY90" fmla="*/ 52673 h 574166"/>
              <a:gd name="connsiteX91" fmla="*/ 209537 w 578726"/>
              <a:gd name="connsiteY91" fmla="*/ 52673 h 574166"/>
              <a:gd name="connsiteX92" fmla="*/ 533483 w 578726"/>
              <a:gd name="connsiteY92" fmla="*/ 319373 h 574166"/>
              <a:gd name="connsiteX93" fmla="*/ 547770 w 578726"/>
              <a:gd name="connsiteY93" fmla="*/ 319373 h 574166"/>
              <a:gd name="connsiteX94" fmla="*/ 547770 w 578726"/>
              <a:gd name="connsiteY94" fmla="*/ 357473 h 574166"/>
              <a:gd name="connsiteX95" fmla="*/ 533483 w 578726"/>
              <a:gd name="connsiteY95" fmla="*/ 357473 h 574166"/>
              <a:gd name="connsiteX96" fmla="*/ 533483 w 578726"/>
              <a:gd name="connsiteY96" fmla="*/ 319373 h 574166"/>
              <a:gd name="connsiteX97" fmla="*/ 545675 w 578726"/>
              <a:gd name="connsiteY97" fmla="*/ 38671 h 574166"/>
              <a:gd name="connsiteX98" fmla="*/ 535578 w 578726"/>
              <a:gd name="connsiteY98" fmla="*/ 28575 h 574166"/>
              <a:gd name="connsiteX99" fmla="*/ 564153 w 578726"/>
              <a:gd name="connsiteY99" fmla="*/ 0 h 574166"/>
              <a:gd name="connsiteX100" fmla="*/ 574250 w 578726"/>
              <a:gd name="connsiteY100" fmla="*/ 10096 h 574166"/>
              <a:gd name="connsiteX101" fmla="*/ 545675 w 578726"/>
              <a:gd name="connsiteY101" fmla="*/ 38671 h 574166"/>
              <a:gd name="connsiteX102" fmla="*/ 502526 w 578726"/>
              <a:gd name="connsiteY102" fmla="*/ 102680 h 574166"/>
              <a:gd name="connsiteX103" fmla="*/ 540626 w 578726"/>
              <a:gd name="connsiteY103" fmla="*/ 102680 h 574166"/>
              <a:gd name="connsiteX104" fmla="*/ 540626 w 578726"/>
              <a:gd name="connsiteY104" fmla="*/ 116967 h 574166"/>
              <a:gd name="connsiteX105" fmla="*/ 502526 w 578726"/>
              <a:gd name="connsiteY105" fmla="*/ 116967 h 574166"/>
              <a:gd name="connsiteX106" fmla="*/ 502526 w 578726"/>
              <a:gd name="connsiteY106" fmla="*/ 102680 h 574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578726" h="574166">
                <a:moveTo>
                  <a:pt x="2178" y="572072"/>
                </a:moveTo>
                <a:cubicBezTo>
                  <a:pt x="3512" y="573405"/>
                  <a:pt x="5321" y="574167"/>
                  <a:pt x="7226" y="574167"/>
                </a:cubicBezTo>
                <a:cubicBezTo>
                  <a:pt x="7988" y="574167"/>
                  <a:pt x="8750" y="574072"/>
                  <a:pt x="9512" y="573786"/>
                </a:cubicBezTo>
                <a:lnTo>
                  <a:pt x="466712" y="421386"/>
                </a:lnTo>
                <a:cubicBezTo>
                  <a:pt x="469094" y="420624"/>
                  <a:pt x="470808" y="418624"/>
                  <a:pt x="471380" y="416242"/>
                </a:cubicBezTo>
                <a:cubicBezTo>
                  <a:pt x="471951" y="413861"/>
                  <a:pt x="471189" y="411290"/>
                  <a:pt x="469475" y="409575"/>
                </a:cubicBezTo>
                <a:lnTo>
                  <a:pt x="402228" y="342329"/>
                </a:lnTo>
                <a:cubicBezTo>
                  <a:pt x="413563" y="336994"/>
                  <a:pt x="421564" y="325565"/>
                  <a:pt x="421564" y="312230"/>
                </a:cubicBezTo>
                <a:cubicBezTo>
                  <a:pt x="421564" y="301752"/>
                  <a:pt x="430136" y="293180"/>
                  <a:pt x="440614" y="293180"/>
                </a:cubicBezTo>
                <a:cubicBezTo>
                  <a:pt x="458997" y="293180"/>
                  <a:pt x="473951" y="278225"/>
                  <a:pt x="473951" y="259842"/>
                </a:cubicBezTo>
                <a:cubicBezTo>
                  <a:pt x="473951" y="249365"/>
                  <a:pt x="482524" y="240792"/>
                  <a:pt x="493001" y="240792"/>
                </a:cubicBezTo>
                <a:cubicBezTo>
                  <a:pt x="511385" y="240792"/>
                  <a:pt x="526339" y="225838"/>
                  <a:pt x="526339" y="207455"/>
                </a:cubicBezTo>
                <a:cubicBezTo>
                  <a:pt x="526339" y="196977"/>
                  <a:pt x="534911" y="188405"/>
                  <a:pt x="545389" y="188405"/>
                </a:cubicBezTo>
                <a:cubicBezTo>
                  <a:pt x="563772" y="188405"/>
                  <a:pt x="578726" y="173450"/>
                  <a:pt x="578726" y="155067"/>
                </a:cubicBezTo>
                <a:lnTo>
                  <a:pt x="564439" y="155067"/>
                </a:lnTo>
                <a:cubicBezTo>
                  <a:pt x="564439" y="165545"/>
                  <a:pt x="555866" y="174117"/>
                  <a:pt x="545389" y="174117"/>
                </a:cubicBezTo>
                <a:cubicBezTo>
                  <a:pt x="527006" y="174117"/>
                  <a:pt x="512051" y="189071"/>
                  <a:pt x="512051" y="207455"/>
                </a:cubicBezTo>
                <a:cubicBezTo>
                  <a:pt x="512051" y="217932"/>
                  <a:pt x="503479" y="226505"/>
                  <a:pt x="493001" y="226505"/>
                </a:cubicBezTo>
                <a:cubicBezTo>
                  <a:pt x="474618" y="226505"/>
                  <a:pt x="459664" y="241459"/>
                  <a:pt x="459664" y="259842"/>
                </a:cubicBezTo>
                <a:cubicBezTo>
                  <a:pt x="459664" y="270319"/>
                  <a:pt x="451091" y="278892"/>
                  <a:pt x="440614" y="278892"/>
                </a:cubicBezTo>
                <a:cubicBezTo>
                  <a:pt x="422231" y="278892"/>
                  <a:pt x="407276" y="293846"/>
                  <a:pt x="407276" y="312230"/>
                </a:cubicBezTo>
                <a:cubicBezTo>
                  <a:pt x="407276" y="321850"/>
                  <a:pt x="400133" y="329660"/>
                  <a:pt x="390893" y="330994"/>
                </a:cubicBezTo>
                <a:lnTo>
                  <a:pt x="260020" y="200120"/>
                </a:lnTo>
                <a:cubicBezTo>
                  <a:pt x="269640" y="194310"/>
                  <a:pt x="276117" y="183737"/>
                  <a:pt x="276117" y="171736"/>
                </a:cubicBezTo>
                <a:cubicBezTo>
                  <a:pt x="276117" y="161258"/>
                  <a:pt x="284690" y="152686"/>
                  <a:pt x="295167" y="152686"/>
                </a:cubicBezTo>
                <a:cubicBezTo>
                  <a:pt x="313550" y="152686"/>
                  <a:pt x="328505" y="137732"/>
                  <a:pt x="328505" y="119348"/>
                </a:cubicBezTo>
                <a:cubicBezTo>
                  <a:pt x="328505" y="108871"/>
                  <a:pt x="337077" y="100298"/>
                  <a:pt x="347555" y="100298"/>
                </a:cubicBezTo>
                <a:cubicBezTo>
                  <a:pt x="365938" y="100298"/>
                  <a:pt x="380892" y="85344"/>
                  <a:pt x="380892" y="66961"/>
                </a:cubicBezTo>
                <a:cubicBezTo>
                  <a:pt x="380892" y="56483"/>
                  <a:pt x="389465" y="47911"/>
                  <a:pt x="399942" y="47911"/>
                </a:cubicBezTo>
                <a:cubicBezTo>
                  <a:pt x="418325" y="47911"/>
                  <a:pt x="433280" y="32957"/>
                  <a:pt x="433280" y="14573"/>
                </a:cubicBezTo>
                <a:lnTo>
                  <a:pt x="418992" y="14573"/>
                </a:lnTo>
                <a:cubicBezTo>
                  <a:pt x="418992" y="25051"/>
                  <a:pt x="410420" y="33623"/>
                  <a:pt x="399942" y="33623"/>
                </a:cubicBezTo>
                <a:cubicBezTo>
                  <a:pt x="381559" y="33623"/>
                  <a:pt x="366605" y="48577"/>
                  <a:pt x="366605" y="66961"/>
                </a:cubicBezTo>
                <a:cubicBezTo>
                  <a:pt x="366605" y="77438"/>
                  <a:pt x="358032" y="86011"/>
                  <a:pt x="347555" y="86011"/>
                </a:cubicBezTo>
                <a:cubicBezTo>
                  <a:pt x="329171" y="86011"/>
                  <a:pt x="314217" y="100965"/>
                  <a:pt x="314217" y="119348"/>
                </a:cubicBezTo>
                <a:cubicBezTo>
                  <a:pt x="314217" y="129826"/>
                  <a:pt x="305645" y="138398"/>
                  <a:pt x="295167" y="138398"/>
                </a:cubicBezTo>
                <a:cubicBezTo>
                  <a:pt x="276784" y="138398"/>
                  <a:pt x="261830" y="153353"/>
                  <a:pt x="261830" y="171736"/>
                </a:cubicBezTo>
                <a:cubicBezTo>
                  <a:pt x="261830" y="179927"/>
                  <a:pt x="256591" y="186881"/>
                  <a:pt x="249352" y="189548"/>
                </a:cubicBezTo>
                <a:lnTo>
                  <a:pt x="164579" y="104775"/>
                </a:lnTo>
                <a:cubicBezTo>
                  <a:pt x="162865" y="103061"/>
                  <a:pt x="160293" y="102298"/>
                  <a:pt x="157912" y="102870"/>
                </a:cubicBezTo>
                <a:cubicBezTo>
                  <a:pt x="155531" y="103442"/>
                  <a:pt x="153530" y="105251"/>
                  <a:pt x="152768" y="107537"/>
                </a:cubicBezTo>
                <a:lnTo>
                  <a:pt x="368" y="564737"/>
                </a:lnTo>
                <a:cubicBezTo>
                  <a:pt x="-489" y="567309"/>
                  <a:pt x="178" y="570167"/>
                  <a:pt x="2083" y="572072"/>
                </a:cubicBezTo>
                <a:close/>
                <a:moveTo>
                  <a:pt x="162770" y="123063"/>
                </a:moveTo>
                <a:lnTo>
                  <a:pt x="237636" y="197930"/>
                </a:lnTo>
                <a:lnTo>
                  <a:pt x="137814" y="197930"/>
                </a:lnTo>
                <a:lnTo>
                  <a:pt x="162770" y="123063"/>
                </a:lnTo>
                <a:close/>
                <a:moveTo>
                  <a:pt x="133052" y="212217"/>
                </a:moveTo>
                <a:lnTo>
                  <a:pt x="251924" y="212217"/>
                </a:lnTo>
                <a:lnTo>
                  <a:pt x="313836" y="274130"/>
                </a:lnTo>
                <a:lnTo>
                  <a:pt x="112382" y="274130"/>
                </a:lnTo>
                <a:lnTo>
                  <a:pt x="133052" y="212217"/>
                </a:lnTo>
                <a:close/>
                <a:moveTo>
                  <a:pt x="107620" y="288417"/>
                </a:moveTo>
                <a:lnTo>
                  <a:pt x="328124" y="288417"/>
                </a:lnTo>
                <a:lnTo>
                  <a:pt x="390036" y="350330"/>
                </a:lnTo>
                <a:lnTo>
                  <a:pt x="86951" y="350330"/>
                </a:lnTo>
                <a:lnTo>
                  <a:pt x="107620" y="288417"/>
                </a:lnTo>
                <a:close/>
                <a:moveTo>
                  <a:pt x="82188" y="364617"/>
                </a:moveTo>
                <a:lnTo>
                  <a:pt x="404324" y="364617"/>
                </a:lnTo>
                <a:lnTo>
                  <a:pt x="451187" y="411480"/>
                </a:lnTo>
                <a:lnTo>
                  <a:pt x="406133" y="426530"/>
                </a:lnTo>
                <a:lnTo>
                  <a:pt x="61614" y="426530"/>
                </a:lnTo>
                <a:lnTo>
                  <a:pt x="82283" y="364617"/>
                </a:lnTo>
                <a:close/>
                <a:moveTo>
                  <a:pt x="56756" y="440817"/>
                </a:moveTo>
                <a:lnTo>
                  <a:pt x="363176" y="440817"/>
                </a:lnTo>
                <a:lnTo>
                  <a:pt x="177438" y="502730"/>
                </a:lnTo>
                <a:lnTo>
                  <a:pt x="36087" y="502730"/>
                </a:lnTo>
                <a:lnTo>
                  <a:pt x="56756" y="440817"/>
                </a:lnTo>
                <a:close/>
                <a:moveTo>
                  <a:pt x="31325" y="517017"/>
                </a:moveTo>
                <a:lnTo>
                  <a:pt x="134576" y="517017"/>
                </a:lnTo>
                <a:lnTo>
                  <a:pt x="18466" y="555689"/>
                </a:lnTo>
                <a:lnTo>
                  <a:pt x="31325" y="517017"/>
                </a:lnTo>
                <a:close/>
                <a:moveTo>
                  <a:pt x="273831" y="21717"/>
                </a:moveTo>
                <a:lnTo>
                  <a:pt x="273831" y="7429"/>
                </a:lnTo>
                <a:lnTo>
                  <a:pt x="311931" y="7429"/>
                </a:lnTo>
                <a:lnTo>
                  <a:pt x="311931" y="21717"/>
                </a:lnTo>
                <a:lnTo>
                  <a:pt x="273831" y="21717"/>
                </a:lnTo>
                <a:close/>
                <a:moveTo>
                  <a:pt x="350031" y="197930"/>
                </a:moveTo>
                <a:lnTo>
                  <a:pt x="388131" y="197930"/>
                </a:lnTo>
                <a:lnTo>
                  <a:pt x="388131" y="212217"/>
                </a:lnTo>
                <a:lnTo>
                  <a:pt x="350031" y="212217"/>
                </a:lnTo>
                <a:lnTo>
                  <a:pt x="350031" y="197930"/>
                </a:lnTo>
                <a:close/>
                <a:moveTo>
                  <a:pt x="419183" y="109823"/>
                </a:moveTo>
                <a:lnTo>
                  <a:pt x="433470" y="109823"/>
                </a:lnTo>
                <a:lnTo>
                  <a:pt x="433470" y="147923"/>
                </a:lnTo>
                <a:lnTo>
                  <a:pt x="419183" y="147923"/>
                </a:lnTo>
                <a:lnTo>
                  <a:pt x="419183" y="109823"/>
                </a:lnTo>
                <a:close/>
                <a:moveTo>
                  <a:pt x="209537" y="52673"/>
                </a:moveTo>
                <a:lnTo>
                  <a:pt x="209537" y="14573"/>
                </a:lnTo>
                <a:lnTo>
                  <a:pt x="223825" y="14573"/>
                </a:lnTo>
                <a:lnTo>
                  <a:pt x="223825" y="52673"/>
                </a:lnTo>
                <a:lnTo>
                  <a:pt x="209537" y="52673"/>
                </a:lnTo>
                <a:close/>
                <a:moveTo>
                  <a:pt x="533483" y="319373"/>
                </a:moveTo>
                <a:lnTo>
                  <a:pt x="547770" y="319373"/>
                </a:lnTo>
                <a:lnTo>
                  <a:pt x="547770" y="357473"/>
                </a:lnTo>
                <a:lnTo>
                  <a:pt x="533483" y="357473"/>
                </a:lnTo>
                <a:lnTo>
                  <a:pt x="533483" y="319373"/>
                </a:lnTo>
                <a:close/>
                <a:moveTo>
                  <a:pt x="545675" y="38671"/>
                </a:moveTo>
                <a:lnTo>
                  <a:pt x="535578" y="28575"/>
                </a:lnTo>
                <a:lnTo>
                  <a:pt x="564153" y="0"/>
                </a:lnTo>
                <a:lnTo>
                  <a:pt x="574250" y="10096"/>
                </a:lnTo>
                <a:lnTo>
                  <a:pt x="545675" y="38671"/>
                </a:lnTo>
                <a:close/>
                <a:moveTo>
                  <a:pt x="502526" y="102680"/>
                </a:moveTo>
                <a:lnTo>
                  <a:pt x="540626" y="102680"/>
                </a:lnTo>
                <a:lnTo>
                  <a:pt x="540626" y="116967"/>
                </a:lnTo>
                <a:lnTo>
                  <a:pt x="502526" y="116967"/>
                </a:lnTo>
                <a:lnTo>
                  <a:pt x="502526" y="102680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>
              <a:solidFill>
                <a:srgbClr val="16BDEB"/>
              </a:solidFill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7E8AC628-7AF7-27E4-44C6-AF03A471D71A}"/>
              </a:ext>
            </a:extLst>
          </p:cNvPr>
          <p:cNvSpPr/>
          <p:nvPr/>
        </p:nvSpPr>
        <p:spPr>
          <a:xfrm>
            <a:off x="9369066" y="2393179"/>
            <a:ext cx="511813" cy="588344"/>
          </a:xfrm>
          <a:custGeom>
            <a:avLst/>
            <a:gdLst>
              <a:gd name="connsiteX0" fmla="*/ 329851 w 509587"/>
              <a:gd name="connsiteY0" fmla="*/ 0 h 585787"/>
              <a:gd name="connsiteX1" fmla="*/ 27337 w 509587"/>
              <a:gd name="connsiteY1" fmla="*/ 0 h 585787"/>
              <a:gd name="connsiteX2" fmla="*/ 0 w 509587"/>
              <a:gd name="connsiteY2" fmla="*/ 26194 h 585787"/>
              <a:gd name="connsiteX3" fmla="*/ 0 w 509587"/>
              <a:gd name="connsiteY3" fmla="*/ 559594 h 585787"/>
              <a:gd name="connsiteX4" fmla="*/ 27337 w 509587"/>
              <a:gd name="connsiteY4" fmla="*/ 585788 h 585787"/>
              <a:gd name="connsiteX5" fmla="*/ 329851 w 509587"/>
              <a:gd name="connsiteY5" fmla="*/ 585788 h 585787"/>
              <a:gd name="connsiteX6" fmla="*/ 357188 w 509587"/>
              <a:gd name="connsiteY6" fmla="*/ 559594 h 585787"/>
              <a:gd name="connsiteX7" fmla="*/ 357188 w 509587"/>
              <a:gd name="connsiteY7" fmla="*/ 338138 h 585787"/>
              <a:gd name="connsiteX8" fmla="*/ 454819 w 509587"/>
              <a:gd name="connsiteY8" fmla="*/ 338138 h 585787"/>
              <a:gd name="connsiteX9" fmla="*/ 509587 w 509587"/>
              <a:gd name="connsiteY9" fmla="*/ 283369 h 585787"/>
              <a:gd name="connsiteX10" fmla="*/ 509587 w 509587"/>
              <a:gd name="connsiteY10" fmla="*/ 150019 h 585787"/>
              <a:gd name="connsiteX11" fmla="*/ 454819 w 509587"/>
              <a:gd name="connsiteY11" fmla="*/ 95250 h 585787"/>
              <a:gd name="connsiteX12" fmla="*/ 357188 w 509587"/>
              <a:gd name="connsiteY12" fmla="*/ 95250 h 585787"/>
              <a:gd name="connsiteX13" fmla="*/ 357188 w 509587"/>
              <a:gd name="connsiteY13" fmla="*/ 26194 h 585787"/>
              <a:gd name="connsiteX14" fmla="*/ 329851 w 509587"/>
              <a:gd name="connsiteY14" fmla="*/ 0 h 585787"/>
              <a:gd name="connsiteX15" fmla="*/ 342900 w 509587"/>
              <a:gd name="connsiteY15" fmla="*/ 559594 h 585787"/>
              <a:gd name="connsiteX16" fmla="*/ 329851 w 509587"/>
              <a:gd name="connsiteY16" fmla="*/ 571500 h 585787"/>
              <a:gd name="connsiteX17" fmla="*/ 27337 w 509587"/>
              <a:gd name="connsiteY17" fmla="*/ 571500 h 585787"/>
              <a:gd name="connsiteX18" fmla="*/ 14288 w 509587"/>
              <a:gd name="connsiteY18" fmla="*/ 559594 h 585787"/>
              <a:gd name="connsiteX19" fmla="*/ 14288 w 509587"/>
              <a:gd name="connsiteY19" fmla="*/ 26194 h 585787"/>
              <a:gd name="connsiteX20" fmla="*/ 27337 w 509587"/>
              <a:gd name="connsiteY20" fmla="*/ 14288 h 585787"/>
              <a:gd name="connsiteX21" fmla="*/ 329851 w 509587"/>
              <a:gd name="connsiteY21" fmla="*/ 14288 h 585787"/>
              <a:gd name="connsiteX22" fmla="*/ 342900 w 509587"/>
              <a:gd name="connsiteY22" fmla="*/ 26194 h 585787"/>
              <a:gd name="connsiteX23" fmla="*/ 342900 w 509587"/>
              <a:gd name="connsiteY23" fmla="*/ 95250 h 585787"/>
              <a:gd name="connsiteX24" fmla="*/ 207169 w 509587"/>
              <a:gd name="connsiteY24" fmla="*/ 95250 h 585787"/>
              <a:gd name="connsiteX25" fmla="*/ 152400 w 509587"/>
              <a:gd name="connsiteY25" fmla="*/ 150019 h 585787"/>
              <a:gd name="connsiteX26" fmla="*/ 152400 w 509587"/>
              <a:gd name="connsiteY26" fmla="*/ 283369 h 585787"/>
              <a:gd name="connsiteX27" fmla="*/ 207169 w 509587"/>
              <a:gd name="connsiteY27" fmla="*/ 338138 h 585787"/>
              <a:gd name="connsiteX28" fmla="*/ 228600 w 509587"/>
              <a:gd name="connsiteY28" fmla="*/ 338138 h 585787"/>
              <a:gd name="connsiteX29" fmla="*/ 228600 w 509587"/>
              <a:gd name="connsiteY29" fmla="*/ 407194 h 585787"/>
              <a:gd name="connsiteX30" fmla="*/ 232981 w 509587"/>
              <a:gd name="connsiteY30" fmla="*/ 413766 h 585787"/>
              <a:gd name="connsiteX31" fmla="*/ 235744 w 509587"/>
              <a:gd name="connsiteY31" fmla="*/ 414338 h 585787"/>
              <a:gd name="connsiteX32" fmla="*/ 240792 w 509587"/>
              <a:gd name="connsiteY32" fmla="*/ 412242 h 585787"/>
              <a:gd name="connsiteX33" fmla="*/ 314897 w 509587"/>
              <a:gd name="connsiteY33" fmla="*/ 338138 h 585787"/>
              <a:gd name="connsiteX34" fmla="*/ 342900 w 509587"/>
              <a:gd name="connsiteY34" fmla="*/ 338138 h 585787"/>
              <a:gd name="connsiteX35" fmla="*/ 342900 w 509587"/>
              <a:gd name="connsiteY35" fmla="*/ 559594 h 585787"/>
              <a:gd name="connsiteX36" fmla="*/ 454819 w 509587"/>
              <a:gd name="connsiteY36" fmla="*/ 109538 h 585787"/>
              <a:gd name="connsiteX37" fmla="*/ 495300 w 509587"/>
              <a:gd name="connsiteY37" fmla="*/ 150019 h 585787"/>
              <a:gd name="connsiteX38" fmla="*/ 495300 w 509587"/>
              <a:gd name="connsiteY38" fmla="*/ 283369 h 585787"/>
              <a:gd name="connsiteX39" fmla="*/ 454819 w 509587"/>
              <a:gd name="connsiteY39" fmla="*/ 323850 h 585787"/>
              <a:gd name="connsiteX40" fmla="*/ 311944 w 509587"/>
              <a:gd name="connsiteY40" fmla="*/ 323850 h 585787"/>
              <a:gd name="connsiteX41" fmla="*/ 306896 w 509587"/>
              <a:gd name="connsiteY41" fmla="*/ 325946 h 585787"/>
              <a:gd name="connsiteX42" fmla="*/ 242888 w 509587"/>
              <a:gd name="connsiteY42" fmla="*/ 389954 h 585787"/>
              <a:gd name="connsiteX43" fmla="*/ 242888 w 509587"/>
              <a:gd name="connsiteY43" fmla="*/ 330994 h 585787"/>
              <a:gd name="connsiteX44" fmla="*/ 235744 w 509587"/>
              <a:gd name="connsiteY44" fmla="*/ 323850 h 585787"/>
              <a:gd name="connsiteX45" fmla="*/ 207169 w 509587"/>
              <a:gd name="connsiteY45" fmla="*/ 323850 h 585787"/>
              <a:gd name="connsiteX46" fmla="*/ 166688 w 509587"/>
              <a:gd name="connsiteY46" fmla="*/ 283369 h 585787"/>
              <a:gd name="connsiteX47" fmla="*/ 166688 w 509587"/>
              <a:gd name="connsiteY47" fmla="*/ 150019 h 585787"/>
              <a:gd name="connsiteX48" fmla="*/ 207169 w 509587"/>
              <a:gd name="connsiteY48" fmla="*/ 109538 h 585787"/>
              <a:gd name="connsiteX49" fmla="*/ 454819 w 509587"/>
              <a:gd name="connsiteY49" fmla="*/ 109538 h 585787"/>
              <a:gd name="connsiteX50" fmla="*/ 178594 w 509587"/>
              <a:gd name="connsiteY50" fmla="*/ 476250 h 585787"/>
              <a:gd name="connsiteX51" fmla="*/ 152400 w 509587"/>
              <a:gd name="connsiteY51" fmla="*/ 502444 h 585787"/>
              <a:gd name="connsiteX52" fmla="*/ 178594 w 509587"/>
              <a:gd name="connsiteY52" fmla="*/ 528638 h 585787"/>
              <a:gd name="connsiteX53" fmla="*/ 204788 w 509587"/>
              <a:gd name="connsiteY53" fmla="*/ 502444 h 585787"/>
              <a:gd name="connsiteX54" fmla="*/ 178594 w 509587"/>
              <a:gd name="connsiteY54" fmla="*/ 476250 h 585787"/>
              <a:gd name="connsiteX55" fmla="*/ 178594 w 509587"/>
              <a:gd name="connsiteY55" fmla="*/ 514350 h 585787"/>
              <a:gd name="connsiteX56" fmla="*/ 166688 w 509587"/>
              <a:gd name="connsiteY56" fmla="*/ 502444 h 585787"/>
              <a:gd name="connsiteX57" fmla="*/ 178594 w 509587"/>
              <a:gd name="connsiteY57" fmla="*/ 490538 h 585787"/>
              <a:gd name="connsiteX58" fmla="*/ 190500 w 509587"/>
              <a:gd name="connsiteY58" fmla="*/ 502444 h 585787"/>
              <a:gd name="connsiteX59" fmla="*/ 178594 w 509587"/>
              <a:gd name="connsiteY59" fmla="*/ 514350 h 585787"/>
              <a:gd name="connsiteX60" fmla="*/ 335375 w 509587"/>
              <a:gd name="connsiteY60" fmla="*/ 278892 h 585787"/>
              <a:gd name="connsiteX61" fmla="*/ 340423 w 509587"/>
              <a:gd name="connsiteY61" fmla="*/ 280988 h 585787"/>
              <a:gd name="connsiteX62" fmla="*/ 345472 w 509587"/>
              <a:gd name="connsiteY62" fmla="*/ 278892 h 585787"/>
              <a:gd name="connsiteX63" fmla="*/ 401955 w 509587"/>
              <a:gd name="connsiteY63" fmla="*/ 222790 h 585787"/>
              <a:gd name="connsiteX64" fmla="*/ 414242 w 509587"/>
              <a:gd name="connsiteY64" fmla="*/ 193643 h 585787"/>
              <a:gd name="connsiteX65" fmla="*/ 401955 w 509587"/>
              <a:gd name="connsiteY65" fmla="*/ 164497 h 585787"/>
              <a:gd name="connsiteX66" fmla="*/ 401955 w 509587"/>
              <a:gd name="connsiteY66" fmla="*/ 164497 h 585787"/>
              <a:gd name="connsiteX67" fmla="*/ 343091 w 509587"/>
              <a:gd name="connsiteY67" fmla="*/ 164211 h 585787"/>
              <a:gd name="connsiteX68" fmla="*/ 340423 w 509587"/>
              <a:gd name="connsiteY68" fmla="*/ 166497 h 585787"/>
              <a:gd name="connsiteX69" fmla="*/ 338042 w 509587"/>
              <a:gd name="connsiteY69" fmla="*/ 164497 h 585787"/>
              <a:gd name="connsiteX70" fmla="*/ 278892 w 509587"/>
              <a:gd name="connsiteY70" fmla="*/ 164497 h 585787"/>
              <a:gd name="connsiteX71" fmla="*/ 266605 w 509587"/>
              <a:gd name="connsiteY71" fmla="*/ 193643 h 585787"/>
              <a:gd name="connsiteX72" fmla="*/ 278892 w 509587"/>
              <a:gd name="connsiteY72" fmla="*/ 222790 h 585787"/>
              <a:gd name="connsiteX73" fmla="*/ 335375 w 509587"/>
              <a:gd name="connsiteY73" fmla="*/ 278987 h 585787"/>
              <a:gd name="connsiteX74" fmla="*/ 288893 w 509587"/>
              <a:gd name="connsiteY74" fmla="*/ 174593 h 585787"/>
              <a:gd name="connsiteX75" fmla="*/ 308420 w 509587"/>
              <a:gd name="connsiteY75" fmla="*/ 166688 h 585787"/>
              <a:gd name="connsiteX76" fmla="*/ 328422 w 509587"/>
              <a:gd name="connsiteY76" fmla="*/ 174879 h 585787"/>
              <a:gd name="connsiteX77" fmla="*/ 335756 w 509587"/>
              <a:gd name="connsiteY77" fmla="*/ 181261 h 585787"/>
              <a:gd name="connsiteX78" fmla="*/ 345091 w 509587"/>
              <a:gd name="connsiteY78" fmla="*/ 181261 h 585787"/>
              <a:gd name="connsiteX79" fmla="*/ 352711 w 509587"/>
              <a:gd name="connsiteY79" fmla="*/ 174593 h 585787"/>
              <a:gd name="connsiteX80" fmla="*/ 391859 w 509587"/>
              <a:gd name="connsiteY80" fmla="*/ 174593 h 585787"/>
              <a:gd name="connsiteX81" fmla="*/ 399860 w 509587"/>
              <a:gd name="connsiteY81" fmla="*/ 193548 h 585787"/>
              <a:gd name="connsiteX82" fmla="*/ 391763 w 509587"/>
              <a:gd name="connsiteY82" fmla="*/ 212598 h 585787"/>
              <a:gd name="connsiteX83" fmla="*/ 340328 w 509587"/>
              <a:gd name="connsiteY83" fmla="*/ 263747 h 585787"/>
              <a:gd name="connsiteX84" fmla="*/ 288798 w 509587"/>
              <a:gd name="connsiteY84" fmla="*/ 212503 h 585787"/>
              <a:gd name="connsiteX85" fmla="*/ 280797 w 509587"/>
              <a:gd name="connsiteY85" fmla="*/ 193548 h 585787"/>
              <a:gd name="connsiteX86" fmla="*/ 288798 w 509587"/>
              <a:gd name="connsiteY86" fmla="*/ 174593 h 585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</a:cxnLst>
            <a:rect l="l" t="t" r="r" b="b"/>
            <a:pathLst>
              <a:path w="509587" h="585787">
                <a:moveTo>
                  <a:pt x="329851" y="0"/>
                </a:moveTo>
                <a:lnTo>
                  <a:pt x="27337" y="0"/>
                </a:lnTo>
                <a:cubicBezTo>
                  <a:pt x="12287" y="0"/>
                  <a:pt x="0" y="11716"/>
                  <a:pt x="0" y="26194"/>
                </a:cubicBezTo>
                <a:lnTo>
                  <a:pt x="0" y="559594"/>
                </a:lnTo>
                <a:cubicBezTo>
                  <a:pt x="0" y="574072"/>
                  <a:pt x="12287" y="585788"/>
                  <a:pt x="27337" y="585788"/>
                </a:cubicBezTo>
                <a:lnTo>
                  <a:pt x="329851" y="585788"/>
                </a:lnTo>
                <a:cubicBezTo>
                  <a:pt x="344900" y="585788"/>
                  <a:pt x="357188" y="574072"/>
                  <a:pt x="357188" y="559594"/>
                </a:cubicBezTo>
                <a:lnTo>
                  <a:pt x="357188" y="338138"/>
                </a:lnTo>
                <a:lnTo>
                  <a:pt x="454819" y="338138"/>
                </a:lnTo>
                <a:cubicBezTo>
                  <a:pt x="485013" y="338138"/>
                  <a:pt x="509587" y="313563"/>
                  <a:pt x="509587" y="283369"/>
                </a:cubicBezTo>
                <a:lnTo>
                  <a:pt x="509587" y="150019"/>
                </a:lnTo>
                <a:cubicBezTo>
                  <a:pt x="509587" y="119825"/>
                  <a:pt x="485013" y="95250"/>
                  <a:pt x="454819" y="95250"/>
                </a:cubicBezTo>
                <a:lnTo>
                  <a:pt x="357188" y="95250"/>
                </a:lnTo>
                <a:lnTo>
                  <a:pt x="357188" y="26194"/>
                </a:lnTo>
                <a:cubicBezTo>
                  <a:pt x="357188" y="11716"/>
                  <a:pt x="344900" y="0"/>
                  <a:pt x="329851" y="0"/>
                </a:cubicBezTo>
                <a:close/>
                <a:moveTo>
                  <a:pt x="342900" y="559594"/>
                </a:moveTo>
                <a:cubicBezTo>
                  <a:pt x="342900" y="566166"/>
                  <a:pt x="337090" y="571500"/>
                  <a:pt x="329851" y="571500"/>
                </a:cubicBezTo>
                <a:lnTo>
                  <a:pt x="27337" y="571500"/>
                </a:lnTo>
                <a:cubicBezTo>
                  <a:pt x="20193" y="571500"/>
                  <a:pt x="14288" y="566166"/>
                  <a:pt x="14288" y="559594"/>
                </a:cubicBezTo>
                <a:lnTo>
                  <a:pt x="14288" y="26194"/>
                </a:lnTo>
                <a:cubicBezTo>
                  <a:pt x="14288" y="19622"/>
                  <a:pt x="20098" y="14288"/>
                  <a:pt x="27337" y="14288"/>
                </a:cubicBezTo>
                <a:lnTo>
                  <a:pt x="329851" y="14288"/>
                </a:lnTo>
                <a:cubicBezTo>
                  <a:pt x="336995" y="14288"/>
                  <a:pt x="342900" y="19622"/>
                  <a:pt x="342900" y="26194"/>
                </a:cubicBezTo>
                <a:lnTo>
                  <a:pt x="342900" y="95250"/>
                </a:lnTo>
                <a:lnTo>
                  <a:pt x="207169" y="95250"/>
                </a:lnTo>
                <a:cubicBezTo>
                  <a:pt x="176974" y="95250"/>
                  <a:pt x="152400" y="119825"/>
                  <a:pt x="152400" y="150019"/>
                </a:cubicBezTo>
                <a:lnTo>
                  <a:pt x="152400" y="283369"/>
                </a:lnTo>
                <a:cubicBezTo>
                  <a:pt x="152400" y="313563"/>
                  <a:pt x="176974" y="338138"/>
                  <a:pt x="207169" y="338138"/>
                </a:cubicBezTo>
                <a:lnTo>
                  <a:pt x="228600" y="338138"/>
                </a:lnTo>
                <a:lnTo>
                  <a:pt x="228600" y="407194"/>
                </a:lnTo>
                <a:cubicBezTo>
                  <a:pt x="228600" y="410051"/>
                  <a:pt x="230315" y="412718"/>
                  <a:pt x="232981" y="413766"/>
                </a:cubicBezTo>
                <a:cubicBezTo>
                  <a:pt x="233839" y="414147"/>
                  <a:pt x="234791" y="414338"/>
                  <a:pt x="235744" y="414338"/>
                </a:cubicBezTo>
                <a:cubicBezTo>
                  <a:pt x="237649" y="414338"/>
                  <a:pt x="239459" y="413575"/>
                  <a:pt x="240792" y="412242"/>
                </a:cubicBezTo>
                <a:lnTo>
                  <a:pt x="314897" y="338138"/>
                </a:lnTo>
                <a:lnTo>
                  <a:pt x="342900" y="338138"/>
                </a:lnTo>
                <a:lnTo>
                  <a:pt x="342900" y="559594"/>
                </a:lnTo>
                <a:close/>
                <a:moveTo>
                  <a:pt x="454819" y="109538"/>
                </a:moveTo>
                <a:cubicBezTo>
                  <a:pt x="477107" y="109538"/>
                  <a:pt x="495300" y="127730"/>
                  <a:pt x="495300" y="150019"/>
                </a:cubicBezTo>
                <a:lnTo>
                  <a:pt x="495300" y="283369"/>
                </a:lnTo>
                <a:cubicBezTo>
                  <a:pt x="495300" y="305657"/>
                  <a:pt x="477107" y="323850"/>
                  <a:pt x="454819" y="323850"/>
                </a:cubicBezTo>
                <a:lnTo>
                  <a:pt x="311944" y="323850"/>
                </a:lnTo>
                <a:cubicBezTo>
                  <a:pt x="310039" y="323850"/>
                  <a:pt x="308229" y="324612"/>
                  <a:pt x="306896" y="325946"/>
                </a:cubicBezTo>
                <a:lnTo>
                  <a:pt x="242888" y="389954"/>
                </a:lnTo>
                <a:lnTo>
                  <a:pt x="242888" y="330994"/>
                </a:lnTo>
                <a:cubicBezTo>
                  <a:pt x="242888" y="327089"/>
                  <a:pt x="239649" y="323850"/>
                  <a:pt x="235744" y="323850"/>
                </a:cubicBezTo>
                <a:lnTo>
                  <a:pt x="207169" y="323850"/>
                </a:lnTo>
                <a:cubicBezTo>
                  <a:pt x="184880" y="323850"/>
                  <a:pt x="166688" y="305657"/>
                  <a:pt x="166688" y="283369"/>
                </a:cubicBezTo>
                <a:lnTo>
                  <a:pt x="166688" y="150019"/>
                </a:lnTo>
                <a:cubicBezTo>
                  <a:pt x="166688" y="127730"/>
                  <a:pt x="184880" y="109538"/>
                  <a:pt x="207169" y="109538"/>
                </a:cubicBezTo>
                <a:lnTo>
                  <a:pt x="454819" y="109538"/>
                </a:lnTo>
                <a:close/>
                <a:moveTo>
                  <a:pt x="178594" y="476250"/>
                </a:moveTo>
                <a:cubicBezTo>
                  <a:pt x="164116" y="476250"/>
                  <a:pt x="152400" y="487966"/>
                  <a:pt x="152400" y="502444"/>
                </a:cubicBezTo>
                <a:cubicBezTo>
                  <a:pt x="152400" y="516922"/>
                  <a:pt x="164116" y="528638"/>
                  <a:pt x="178594" y="528638"/>
                </a:cubicBezTo>
                <a:cubicBezTo>
                  <a:pt x="193072" y="528638"/>
                  <a:pt x="204788" y="516922"/>
                  <a:pt x="204788" y="502444"/>
                </a:cubicBezTo>
                <a:cubicBezTo>
                  <a:pt x="204788" y="487966"/>
                  <a:pt x="193072" y="476250"/>
                  <a:pt x="178594" y="476250"/>
                </a:cubicBezTo>
                <a:close/>
                <a:moveTo>
                  <a:pt x="178594" y="514350"/>
                </a:moveTo>
                <a:cubicBezTo>
                  <a:pt x="172022" y="514350"/>
                  <a:pt x="166688" y="509016"/>
                  <a:pt x="166688" y="502444"/>
                </a:cubicBezTo>
                <a:cubicBezTo>
                  <a:pt x="166688" y="495872"/>
                  <a:pt x="172022" y="490538"/>
                  <a:pt x="178594" y="490538"/>
                </a:cubicBezTo>
                <a:cubicBezTo>
                  <a:pt x="185166" y="490538"/>
                  <a:pt x="190500" y="495872"/>
                  <a:pt x="190500" y="502444"/>
                </a:cubicBezTo>
                <a:cubicBezTo>
                  <a:pt x="190500" y="509016"/>
                  <a:pt x="185166" y="514350"/>
                  <a:pt x="178594" y="514350"/>
                </a:cubicBezTo>
                <a:close/>
                <a:moveTo>
                  <a:pt x="335375" y="278892"/>
                </a:moveTo>
                <a:cubicBezTo>
                  <a:pt x="336804" y="280321"/>
                  <a:pt x="338614" y="280988"/>
                  <a:pt x="340423" y="280988"/>
                </a:cubicBezTo>
                <a:cubicBezTo>
                  <a:pt x="342233" y="280988"/>
                  <a:pt x="344043" y="280321"/>
                  <a:pt x="345472" y="278892"/>
                </a:cubicBezTo>
                <a:lnTo>
                  <a:pt x="401955" y="222790"/>
                </a:lnTo>
                <a:cubicBezTo>
                  <a:pt x="409861" y="214979"/>
                  <a:pt x="414242" y="204597"/>
                  <a:pt x="414242" y="193643"/>
                </a:cubicBezTo>
                <a:cubicBezTo>
                  <a:pt x="414242" y="182690"/>
                  <a:pt x="409861" y="172212"/>
                  <a:pt x="401955" y="164497"/>
                </a:cubicBezTo>
                <a:lnTo>
                  <a:pt x="401955" y="164497"/>
                </a:lnTo>
                <a:cubicBezTo>
                  <a:pt x="385667" y="148495"/>
                  <a:pt x="359093" y="148495"/>
                  <a:pt x="343091" y="164211"/>
                </a:cubicBezTo>
                <a:lnTo>
                  <a:pt x="340423" y="166497"/>
                </a:lnTo>
                <a:lnTo>
                  <a:pt x="338042" y="164497"/>
                </a:lnTo>
                <a:cubicBezTo>
                  <a:pt x="321755" y="148495"/>
                  <a:pt x="295180" y="148495"/>
                  <a:pt x="278892" y="164497"/>
                </a:cubicBezTo>
                <a:cubicBezTo>
                  <a:pt x="270986" y="172307"/>
                  <a:pt x="266605" y="182690"/>
                  <a:pt x="266605" y="193643"/>
                </a:cubicBezTo>
                <a:cubicBezTo>
                  <a:pt x="266605" y="204597"/>
                  <a:pt x="270986" y="215075"/>
                  <a:pt x="278892" y="222790"/>
                </a:cubicBezTo>
                <a:lnTo>
                  <a:pt x="335375" y="278987"/>
                </a:lnTo>
                <a:close/>
                <a:moveTo>
                  <a:pt x="288893" y="174593"/>
                </a:moveTo>
                <a:cubicBezTo>
                  <a:pt x="294227" y="169355"/>
                  <a:pt x="301276" y="166688"/>
                  <a:pt x="308420" y="166688"/>
                </a:cubicBezTo>
                <a:cubicBezTo>
                  <a:pt x="315563" y="166688"/>
                  <a:pt x="322802" y="169355"/>
                  <a:pt x="328422" y="174879"/>
                </a:cubicBezTo>
                <a:lnTo>
                  <a:pt x="335756" y="181261"/>
                </a:lnTo>
                <a:cubicBezTo>
                  <a:pt x="338423" y="183642"/>
                  <a:pt x="342424" y="183642"/>
                  <a:pt x="345091" y="181261"/>
                </a:cubicBezTo>
                <a:lnTo>
                  <a:pt x="352711" y="174593"/>
                </a:lnTo>
                <a:cubicBezTo>
                  <a:pt x="363474" y="164021"/>
                  <a:pt x="381095" y="164021"/>
                  <a:pt x="391859" y="174593"/>
                </a:cubicBezTo>
                <a:cubicBezTo>
                  <a:pt x="397002" y="179642"/>
                  <a:pt x="399860" y="186404"/>
                  <a:pt x="399860" y="193548"/>
                </a:cubicBezTo>
                <a:cubicBezTo>
                  <a:pt x="399860" y="200692"/>
                  <a:pt x="397002" y="207455"/>
                  <a:pt x="391763" y="212598"/>
                </a:cubicBezTo>
                <a:lnTo>
                  <a:pt x="340328" y="263747"/>
                </a:lnTo>
                <a:lnTo>
                  <a:pt x="288798" y="212503"/>
                </a:lnTo>
                <a:cubicBezTo>
                  <a:pt x="283655" y="207455"/>
                  <a:pt x="280797" y="200692"/>
                  <a:pt x="280797" y="193548"/>
                </a:cubicBezTo>
                <a:cubicBezTo>
                  <a:pt x="280797" y="186404"/>
                  <a:pt x="283655" y="179642"/>
                  <a:pt x="288798" y="17459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>
            <a:defPPr>
              <a:defRPr lang="en-US"/>
            </a:defPPr>
            <a:lvl1pPr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609585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2pPr>
            <a:lvl3pPr marL="1219170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3pPr>
            <a:lvl4pPr marL="1828754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4pPr>
            <a:lvl5pPr marL="2438339" algn="l" defTabSz="609585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5pPr>
            <a:lvl6pPr marL="3047924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6pPr>
            <a:lvl7pPr marL="3657509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7pPr>
            <a:lvl8pPr marL="4267093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8pPr>
            <a:lvl9pPr marL="4876678" algn="l" defTabSz="609585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9pPr>
          </a:lstStyle>
          <a:p>
            <a:endParaRPr lang="en-US">
              <a:solidFill>
                <a:srgbClr val="07182D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244436-2DCE-9DA9-2832-E6BE5250A2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9523" y="2306351"/>
            <a:ext cx="7620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62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86FC-C60F-D53A-6A2D-9199BBA86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A9996D3-A6BE-F487-13DB-5E4A58A1B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Continue your education</a:t>
            </a:r>
          </a:p>
        </p:txBody>
      </p:sp>
      <p:sp>
        <p:nvSpPr>
          <p:cNvPr id="15" name="Rectangle: Rounded Corners 11">
            <a:extLst>
              <a:ext uri="{FF2B5EF4-FFF2-40B4-BE49-F238E27FC236}">
                <a16:creationId xmlns:a16="http://schemas.microsoft.com/office/drawing/2014/main" id="{D6FB8BF2-56C3-A2E7-AF76-8DB2D969C041}"/>
              </a:ext>
            </a:extLst>
          </p:cNvPr>
          <p:cNvSpPr/>
          <p:nvPr/>
        </p:nvSpPr>
        <p:spPr>
          <a:xfrm>
            <a:off x="3391317" y="2141538"/>
            <a:ext cx="2608519" cy="3649662"/>
          </a:xfrm>
          <a:prstGeom prst="roundRect">
            <a:avLst>
              <a:gd name="adj" fmla="val 5045"/>
            </a:avLst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280160" rIns="182880" bIns="18288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 panose="020B0503020201020303" pitchFamily="34" charset="0"/>
              </a:rPr>
              <a:t>Book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</a:rPr>
              <a:t>your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</a:rPr>
              <a:t>one-on-one Meet the Expert meeting</a:t>
            </a:r>
          </a:p>
        </p:txBody>
      </p:sp>
      <p:sp>
        <p:nvSpPr>
          <p:cNvPr id="16" name="Rectangle: Rounded Corners 14">
            <a:extLst>
              <a:ext uri="{FF2B5EF4-FFF2-40B4-BE49-F238E27FC236}">
                <a16:creationId xmlns:a16="http://schemas.microsoft.com/office/drawing/2014/main" id="{6B63250D-2336-745B-6496-B8FBFF7F95B9}"/>
              </a:ext>
            </a:extLst>
          </p:cNvPr>
          <p:cNvSpPr/>
          <p:nvPr/>
        </p:nvSpPr>
        <p:spPr>
          <a:xfrm>
            <a:off x="6171529" y="2141538"/>
            <a:ext cx="2608519" cy="3649662"/>
          </a:xfrm>
          <a:prstGeom prst="roundRect">
            <a:avLst>
              <a:gd name="adj" fmla="val 5045"/>
            </a:avLst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280160" rIns="182880" bIns="18288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 panose="020B0503020201020303" pitchFamily="34" charset="0"/>
              </a:rPr>
              <a:t>Attend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</a:rPr>
              <a:t>the 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</a:rPr>
              <a:t>interactive education with Capture the Flag, and Walk-in Labs</a:t>
            </a:r>
          </a:p>
        </p:txBody>
      </p:sp>
      <p:sp>
        <p:nvSpPr>
          <p:cNvPr id="17" name="Rectangle: Rounded Corners 15">
            <a:extLst>
              <a:ext uri="{FF2B5EF4-FFF2-40B4-BE49-F238E27FC236}">
                <a16:creationId xmlns:a16="http://schemas.microsoft.com/office/drawing/2014/main" id="{37D26ACA-752A-F8F7-9CE5-C46166084EFF}"/>
              </a:ext>
            </a:extLst>
          </p:cNvPr>
          <p:cNvSpPr/>
          <p:nvPr/>
        </p:nvSpPr>
        <p:spPr>
          <a:xfrm>
            <a:off x="8953245" y="2141538"/>
            <a:ext cx="2608519" cy="3649662"/>
          </a:xfrm>
          <a:prstGeom prst="roundRect">
            <a:avLst>
              <a:gd name="adj" fmla="val 5045"/>
            </a:avLst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280160" rIns="182880" bIns="18288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 panose="020B0503020201020303" pitchFamily="34" charset="0"/>
              </a:rPr>
              <a:t>Visit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</a:rPr>
              <a:t>the On-Demand Library for more sessions at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www.CiscoLive.com/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on-demand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7182D"/>
              </a:solidFill>
              <a:effectLst/>
              <a:uLnTx/>
              <a:uFillTx/>
              <a:latin typeface="Inter"/>
              <a:ea typeface="+mn-ea"/>
              <a:cs typeface="CiscoSansTT"/>
            </a:endParaRPr>
          </a:p>
        </p:txBody>
      </p:sp>
      <p:sp>
        <p:nvSpPr>
          <p:cNvPr id="18" name="Rectangle: Rounded Corners 7">
            <a:extLst>
              <a:ext uri="{FF2B5EF4-FFF2-40B4-BE49-F238E27FC236}">
                <a16:creationId xmlns:a16="http://schemas.microsoft.com/office/drawing/2014/main" id="{6C41276B-136B-5EA3-5B70-3FB85D9BE07F}"/>
              </a:ext>
            </a:extLst>
          </p:cNvPr>
          <p:cNvSpPr/>
          <p:nvPr/>
        </p:nvSpPr>
        <p:spPr>
          <a:xfrm>
            <a:off x="609600" y="2141538"/>
            <a:ext cx="2608519" cy="3649662"/>
          </a:xfrm>
          <a:prstGeom prst="roundRect">
            <a:avLst>
              <a:gd name="adj" fmla="val 5045"/>
            </a:avLst>
          </a:prstGeom>
          <a:solidFill>
            <a:schemeClr val="tx1"/>
          </a:solidFill>
          <a:ln w="15875">
            <a:solidFill>
              <a:schemeClr val="bg2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280160" rIns="182880" bIns="18288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 panose="020B0503020201020303" pitchFamily="34" charset="0"/>
              </a:rPr>
              <a:t>Visit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7182D"/>
                </a:solidFill>
                <a:effectLst/>
                <a:uLnTx/>
                <a:uFillTx/>
                <a:latin typeface="Inter"/>
                <a:ea typeface="+mn-ea"/>
                <a:cs typeface="CiscoSansTT"/>
              </a:rPr>
              <a:t>the Cisco Stand for related demos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500AAC6-D416-166F-3B9E-9772BEF054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69203" y="2385087"/>
            <a:ext cx="762000" cy="762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5C8D33B-BA4A-9119-98A5-7338932830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96375" y="2385087"/>
            <a:ext cx="762000" cy="762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C1FE901-8653-197E-6E7C-02FA134DFF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6404" y="2385087"/>
            <a:ext cx="762000" cy="762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82B1A8F8-C127-B8A1-D625-DB294F96E5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8326" y="2385087"/>
            <a:ext cx="762000" cy="76200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E9E23-057A-5E1A-FEA5-30C04A25EF4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Session ID: LTRCCT-2000</a:t>
            </a:r>
          </a:p>
        </p:txBody>
      </p:sp>
    </p:spTree>
    <p:extLst>
      <p:ext uri="{BB962C8B-B14F-4D97-AF65-F5344CB8AC3E}">
        <p14:creationId xmlns:p14="http://schemas.microsoft.com/office/powerpoint/2010/main" val="2613694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95B289-B269-4CC6-16CE-229F0EBB8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14676"/>
            <a:ext cx="5300663" cy="623888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839862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B35840-1669-2360-DCCA-9F3AF966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2DD4-F119-644F-ACB0-47EF04EE098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idx="4294967295"/>
          </p:nvPr>
        </p:nvSpPr>
        <p:spPr>
          <a:xfrm>
            <a:off x="0" y="-685800"/>
            <a:ext cx="10972800" cy="685800"/>
          </a:xfrm>
          <a:noFill/>
        </p:spPr>
        <p:txBody>
          <a:bodyPr vert="horz" lIns="45720" tIns="0" rIns="45720" bIns="45720" rtlCol="0" anchor="b">
            <a:noAutofit/>
          </a:bodyPr>
          <a:lstStyle/>
          <a:p>
            <a:r>
              <a:rPr lang="en-US"/>
              <a:t>Cisco</a:t>
            </a:r>
          </a:p>
        </p:txBody>
      </p:sp>
    </p:spTree>
    <p:extLst>
      <p:ext uri="{BB962C8B-B14F-4D97-AF65-F5344CB8AC3E}">
        <p14:creationId xmlns:p14="http://schemas.microsoft.com/office/powerpoint/2010/main" val="21401648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isco Live Light Apr-2026">
  <a:themeElements>
    <a:clrScheme name="Cisco Light 04-16-2025">
      <a:dk1>
        <a:srgbClr val="07182D"/>
      </a:dk1>
      <a:lt1>
        <a:srgbClr val="FFFFFF"/>
      </a:lt1>
      <a:dk2>
        <a:srgbClr val="525E6C"/>
      </a:dk2>
      <a:lt2>
        <a:srgbClr val="B4B9C0"/>
      </a:lt2>
      <a:accent1>
        <a:srgbClr val="02C8FF"/>
      </a:accent1>
      <a:accent2>
        <a:srgbClr val="0A60FF"/>
      </a:accent2>
      <a:accent3>
        <a:srgbClr val="FF007F"/>
      </a:accent3>
      <a:accent4>
        <a:srgbClr val="FF9000"/>
      </a:accent4>
      <a:accent5>
        <a:srgbClr val="D6D6D6"/>
      </a:accent5>
      <a:accent6>
        <a:srgbClr val="6B6B6B"/>
      </a:accent6>
      <a:hlink>
        <a:srgbClr val="07182D"/>
      </a:hlink>
      <a:folHlink>
        <a:srgbClr val="C0C0C0"/>
      </a:folHlink>
    </a:clrScheme>
    <a:fontScheme name="Custom 8">
      <a:majorFont>
        <a:latin typeface="Inter SemiBold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5875">
          <a:solidFill>
            <a:schemeClr val="bg2"/>
          </a:solidFill>
        </a:ln>
        <a:effectLst/>
      </a:spPr>
      <a:bodyPr wrap="square" lIns="182880" tIns="182880" rIns="182880" bIns="182880" rtlCol="0" anchor="t" anchorCtr="0">
        <a:noAutofit/>
      </a:bodyPr>
      <a:lstStyle>
        <a:defPPr marL="182880" indent="-182880" algn="l">
          <a:buFont typeface="Arial" panose="020B0604020202020204" pitchFamily="34" charset="0"/>
          <a:buChar char="•"/>
          <a:defRPr sz="16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marL="182880" indent="-182880" algn="l" defTabSz="912276" rtl="0" eaLnBrk="1" fontAlgn="base" hangingPunct="1">
          <a:lnSpc>
            <a:spcPct val="100000"/>
          </a:lnSpc>
          <a:spcBef>
            <a:spcPts val="0"/>
          </a:spcBef>
          <a:spcAft>
            <a:spcPts val="1000"/>
          </a:spcAft>
          <a:buClr>
            <a:schemeClr val="bg1"/>
          </a:buClr>
          <a:buSzPct val="100000"/>
          <a:buFont typeface="Arial" panose="020B0604020202020204" pitchFamily="34" charset="0"/>
          <a:buChar char="•"/>
          <a:defRPr sz="1600" kern="1200" dirty="0" err="1" smtClean="0">
            <a:solidFill>
              <a:schemeClr val="bg1"/>
            </a:solidFill>
            <a:latin typeface="+mn-lt"/>
            <a:ea typeface="ＭＳ Ｐゴシック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6" id="{62E0205D-BEFC-B745-A54A-8716A83D933E}" vid="{6DA56D19-BDDC-334B-9732-007983A2F55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isco PowerPoint 02-26-2025">
      <a:majorFont>
        <a:latin typeface="CiscoSansTT Medium"/>
        <a:ea typeface=""/>
        <a:cs typeface=""/>
      </a:majorFont>
      <a:minorFont>
        <a:latin typeface="CiscoSansT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A5CBAED6EE5041A932E0A489372754" ma:contentTypeVersion="19" ma:contentTypeDescription="Create a new document." ma:contentTypeScope="" ma:versionID="b2fe4cc4fb2030ba80668fed70763aed">
  <xsd:schema xmlns:xsd="http://www.w3.org/2001/XMLSchema" xmlns:xs="http://www.w3.org/2001/XMLSchema" xmlns:p="http://schemas.microsoft.com/office/2006/metadata/properties" xmlns:ns2="a3c4217f-e55e-4a43-8154-c775661bad14" xmlns:ns3="9350f17d-79ea-4cca-964e-f8a8d59e4b46" targetNamespace="http://schemas.microsoft.com/office/2006/metadata/properties" ma:root="true" ma:fieldsID="d2d0defca1d98f438caab8bc00d93f81" ns2:_="" ns3:_="">
    <xsd:import namespace="a3c4217f-e55e-4a43-8154-c775661bad14"/>
    <xsd:import namespace="9350f17d-79ea-4cca-964e-f8a8d59e4b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c4217f-e55e-4a43-8154-c775661bad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710261dd-85c0-4e16-8580-30375acfae1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50f17d-79ea-4cca-964e-f8a8d59e4b46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440a483d-37e5-49f2-b3ea-6ed524e36caa}" ma:internalName="TaxCatchAll" ma:showField="CatchAllData" ma:web="9350f17d-79ea-4cca-964e-f8a8d59e4b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3c4217f-e55e-4a43-8154-c775661bad14">
      <Terms xmlns="http://schemas.microsoft.com/office/infopath/2007/PartnerControls"/>
    </lcf76f155ced4ddcb4097134ff3c332f>
    <TaxCatchAll xmlns="9350f17d-79ea-4cca-964e-f8a8d59e4b46" xsi:nil="true"/>
  </documentManagement>
</p:properties>
</file>

<file path=customXml/itemProps1.xml><?xml version="1.0" encoding="utf-8"?>
<ds:datastoreItem xmlns:ds="http://schemas.openxmlformats.org/officeDocument/2006/customXml" ds:itemID="{773DD051-329C-46C6-9946-0F37E7FD7D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c4217f-e55e-4a43-8154-c775661bad14"/>
    <ds:schemaRef ds:uri="9350f17d-79ea-4cca-964e-f8a8d59e4b4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82501EF-EFC3-41E7-A3CC-73217FBDD0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9819E8-15AF-474B-BD58-B48CAC1D6846}">
  <ds:schemaRefs>
    <ds:schemaRef ds:uri="http://www.w3.org/XML/1998/namespace"/>
    <ds:schemaRef ds:uri="http://schemas.microsoft.com/office/2006/metadata/properties"/>
    <ds:schemaRef ds:uri="http://purl.org/dc/dcmitype/"/>
    <ds:schemaRef ds:uri="http://schemas.microsoft.com/office/infopath/2007/PartnerControls"/>
    <ds:schemaRef ds:uri="9350f17d-79ea-4cca-964e-f8a8d59e4b46"/>
    <ds:schemaRef ds:uri="http://schemas.microsoft.com/office/2006/documentManagement/types"/>
    <ds:schemaRef ds:uri="http://purl.org/dc/elements/1.1/"/>
    <ds:schemaRef ds:uri="a3c4217f-e55e-4a43-8154-c775661bad14"/>
    <ds:schemaRef ds:uri="http://schemas.openxmlformats.org/package/2006/metadata/core-properties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a189e4fd-a2fa-47bf-9b21-17f706ee2968}" enabled="1" method="Privileged" siteId="{5ae1af62-9505-4097-a69a-c1553ef7840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CiscoLive2026_PresentationTemplate_Light</Template>
  <TotalTime>1592</TotalTime>
  <Words>685</Words>
  <Application>Microsoft Macintosh PowerPoint</Application>
  <PresentationFormat>Widescreen</PresentationFormat>
  <Paragraphs>108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CiscoSansTT Light</vt:lpstr>
      <vt:lpstr>Roboto</vt:lpstr>
      <vt:lpstr>Helvetica Neue Medium</vt:lpstr>
      <vt:lpstr>CiscoSansTT</vt:lpstr>
      <vt:lpstr>Inter Medium</vt:lpstr>
      <vt:lpstr>Inter</vt:lpstr>
      <vt:lpstr>CiscoSansTT Medium</vt:lpstr>
      <vt:lpstr>Inter SemiBold</vt:lpstr>
      <vt:lpstr>Arial</vt:lpstr>
      <vt:lpstr>Aptos</vt:lpstr>
      <vt:lpstr>Cisco Live Light Apr-2026</vt:lpstr>
      <vt:lpstr>Draft – Last Minute Changes Expected Hands-on AI in Action with Webex Contact Center: Enhancing Self-Service, Agent Assistance &amp; Customer Insights</vt:lpstr>
      <vt:lpstr>Cisco Webex App</vt:lpstr>
      <vt:lpstr>Agenda 1</vt:lpstr>
      <vt:lpstr>Building Agentic CX: Consumer Confidence + Business Assurance</vt:lpstr>
      <vt:lpstr>The share of interactions resolved by AI is set to rise</vt:lpstr>
      <vt:lpstr>Customers are open to AI agents </vt:lpstr>
      <vt:lpstr>Business of deploying agentic CX</vt:lpstr>
      <vt:lpstr>Expectations</vt:lpstr>
      <vt:lpstr>Quick Demo</vt:lpstr>
      <vt:lpstr>PowerPoint Presentation</vt:lpstr>
      <vt:lpstr>Complete your session evaluations</vt:lpstr>
      <vt:lpstr>Continue your education</vt:lpstr>
      <vt:lpstr>Thank you</vt:lpstr>
      <vt:lpstr>Cisco</vt:lpstr>
    </vt:vector>
  </TitlesOfParts>
  <Manager/>
  <Company>BI Worldwide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Sarah Galbraith</dc:creator>
  <cp:keywords/>
  <dc:description/>
  <cp:lastModifiedBy>Dominic Franklin Gonsalves (domgonsa)</cp:lastModifiedBy>
  <cp:revision>1</cp:revision>
  <dcterms:created xsi:type="dcterms:W3CDTF">2026-07-24T01:47:04Z</dcterms:created>
  <dcterms:modified xsi:type="dcterms:W3CDTF">2026-10-30T02:02:22Z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8f49a32-fde3-48a5-9266-b5b0972a22dc_Enabled">
    <vt:lpwstr>true</vt:lpwstr>
  </property>
  <property fmtid="{D5CDD505-2E9C-101B-9397-08002B2CF9AE}" pid="3" name="MSIP_Label_c8f49a32-fde3-48a5-9266-b5b0972a22dc_SetDate">
    <vt:lpwstr>2025-05-12T19:46:53Z</vt:lpwstr>
  </property>
  <property fmtid="{D5CDD505-2E9C-101B-9397-08002B2CF9AE}" pid="4" name="MSIP_Label_c8f49a32-fde3-48a5-9266-b5b0972a22dc_Method">
    <vt:lpwstr>Privileged</vt:lpwstr>
  </property>
  <property fmtid="{D5CDD505-2E9C-101B-9397-08002B2CF9AE}" pid="5" name="MSIP_Label_c8f49a32-fde3-48a5-9266-b5b0972a22dc_Name">
    <vt:lpwstr>Cisco Confidential</vt:lpwstr>
  </property>
  <property fmtid="{D5CDD505-2E9C-101B-9397-08002B2CF9AE}" pid="6" name="MSIP_Label_c8f49a32-fde3-48a5-9266-b5b0972a22dc_SiteId">
    <vt:lpwstr>5ae1af62-9505-4097-a69a-c1553ef7840e</vt:lpwstr>
  </property>
  <property fmtid="{D5CDD505-2E9C-101B-9397-08002B2CF9AE}" pid="7" name="MSIP_Label_c8f49a32-fde3-48a5-9266-b5b0972a22dc_ActionId">
    <vt:lpwstr>2f9f8416-086e-4373-9089-7cbb07ba9e4f</vt:lpwstr>
  </property>
  <property fmtid="{D5CDD505-2E9C-101B-9397-08002B2CF9AE}" pid="8" name="MSIP_Label_c8f49a32-fde3-48a5-9266-b5b0972a22dc_ContentBits">
    <vt:lpwstr>2</vt:lpwstr>
  </property>
  <property fmtid="{D5CDD505-2E9C-101B-9397-08002B2CF9AE}" pid="9" name="MSIP_Label_c8f49a32-fde3-48a5-9266-b5b0972a22dc_Tag">
    <vt:lpwstr>10, 0, 1, 1</vt:lpwstr>
  </property>
  <property fmtid="{D5CDD505-2E9C-101B-9397-08002B2CF9AE}" pid="10" name="ClassificationContentMarkingFooterLocations">
    <vt:lpwstr>Cisco GSX Light 06-25-2025:8</vt:lpwstr>
  </property>
  <property fmtid="{D5CDD505-2E9C-101B-9397-08002B2CF9AE}" pid="11" name="ClassificationContentMarkingFooterText">
    <vt:lpwstr>-</vt:lpwstr>
  </property>
  <property fmtid="{D5CDD505-2E9C-101B-9397-08002B2CF9AE}" pid="12" name="ContentTypeId">
    <vt:lpwstr>0x01010054A5CBAED6EE5041A932E0A489372754</vt:lpwstr>
  </property>
  <property fmtid="{D5CDD505-2E9C-101B-9397-08002B2CF9AE}" pid="13" name="MediaServiceImageTags">
    <vt:lpwstr/>
  </property>
</Properties>
</file>